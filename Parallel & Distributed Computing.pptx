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4"/>
  </p:notesMasterIdLst>
  <p:handoutMasterIdLst>
    <p:handoutMasterId r:id="rId35"/>
  </p:handoutMasterIdLst>
  <p:sldIdLst>
    <p:sldId id="256" r:id="rId2"/>
    <p:sldId id="273" r:id="rId3"/>
    <p:sldId id="363" r:id="rId4"/>
    <p:sldId id="261" r:id="rId5"/>
    <p:sldId id="360" r:id="rId6"/>
    <p:sldId id="364" r:id="rId7"/>
    <p:sldId id="361" r:id="rId8"/>
    <p:sldId id="272" r:id="rId9"/>
    <p:sldId id="365" r:id="rId10"/>
    <p:sldId id="286" r:id="rId11"/>
    <p:sldId id="263" r:id="rId12"/>
    <p:sldId id="271" r:id="rId13"/>
    <p:sldId id="366" r:id="rId14"/>
    <p:sldId id="265" r:id="rId15"/>
    <p:sldId id="357" r:id="rId16"/>
    <p:sldId id="362" r:id="rId17"/>
    <p:sldId id="258" r:id="rId18"/>
    <p:sldId id="267" r:id="rId19"/>
    <p:sldId id="274" r:id="rId20"/>
    <p:sldId id="367" r:id="rId21"/>
    <p:sldId id="368" r:id="rId22"/>
    <p:sldId id="369" r:id="rId23"/>
    <p:sldId id="264" r:id="rId24"/>
    <p:sldId id="370" r:id="rId25"/>
    <p:sldId id="293" r:id="rId26"/>
    <p:sldId id="266" r:id="rId27"/>
    <p:sldId id="292" r:id="rId28"/>
    <p:sldId id="291" r:id="rId29"/>
    <p:sldId id="262" r:id="rId30"/>
    <p:sldId id="371" r:id="rId31"/>
    <p:sldId id="372" r:id="rId32"/>
    <p:sldId id="373" r:id="rId33"/>
  </p:sldIdLst>
  <p:sldSz cx="9144000" cy="6858000" type="screen4x3"/>
  <p:notesSz cx="6934200" cy="9220200"/>
  <p:custDataLst>
    <p:tags r:id="rId36"/>
  </p:custDataLst>
  <p:defaultTextStyle>
    <a:defPPr>
      <a:defRPr lang="en-US"/>
    </a:defPPr>
    <a:lvl1pPr algn="l" rtl="0" eaLnBrk="0" fontAlgn="base" hangingPunct="0">
      <a:spcBef>
        <a:spcPct val="0"/>
      </a:spcBef>
      <a:spcAft>
        <a:spcPct val="0"/>
      </a:spcAft>
      <a:defRPr sz="2400" b="1"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b="1"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66"/>
    <a:srgbClr val="FF8000"/>
    <a:srgbClr val="FFFF00"/>
    <a:srgbClr val="FF0000"/>
    <a:srgbClr val="CCCCCC"/>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3" y="58"/>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171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slide" Target="slides/slide16.xml"/><Relationship Id="rId1"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02" name="Rectangle 1026">
            <a:extLst>
              <a:ext uri="{FF2B5EF4-FFF2-40B4-BE49-F238E27FC236}">
                <a16:creationId xmlns:a16="http://schemas.microsoft.com/office/drawing/2014/main" id="{0733F619-AF65-4F1C-B8CE-DC0AA01ABD9F}"/>
              </a:ext>
            </a:extLst>
          </p:cNvPr>
          <p:cNvSpPr>
            <a:spLocks noGrp="1" noChangeArrowheads="1"/>
          </p:cNvSpPr>
          <p:nvPr>
            <p:ph type="hdr" sz="quarter"/>
          </p:nvPr>
        </p:nvSpPr>
        <p:spPr bwMode="auto">
          <a:xfrm>
            <a:off x="0" y="0"/>
            <a:ext cx="3005138" cy="460375"/>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lvl1pPr defTabSz="922338">
              <a:defRPr sz="1200" b="0" smtClean="0">
                <a:latin typeface="Arial" charset="0"/>
                <a:ea typeface="ＭＳ Ｐゴシック" charset="-128"/>
              </a:defRPr>
            </a:lvl1pPr>
          </a:lstStyle>
          <a:p>
            <a:pPr>
              <a:defRPr/>
            </a:pPr>
            <a:endParaRPr lang="en-US"/>
          </a:p>
        </p:txBody>
      </p:sp>
      <p:sp>
        <p:nvSpPr>
          <p:cNvPr id="102403" name="Rectangle 1027">
            <a:extLst>
              <a:ext uri="{FF2B5EF4-FFF2-40B4-BE49-F238E27FC236}">
                <a16:creationId xmlns:a16="http://schemas.microsoft.com/office/drawing/2014/main" id="{E1520168-33D0-4512-8D52-56F10E3FE359}"/>
              </a:ext>
            </a:extLst>
          </p:cNvPr>
          <p:cNvSpPr>
            <a:spLocks noGrp="1" noChangeArrowheads="1"/>
          </p:cNvSpPr>
          <p:nvPr>
            <p:ph type="dt" sz="quarter" idx="1"/>
          </p:nvPr>
        </p:nvSpPr>
        <p:spPr bwMode="auto">
          <a:xfrm>
            <a:off x="3927475" y="0"/>
            <a:ext cx="3005138" cy="460375"/>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lvl1pPr algn="r" defTabSz="922338">
              <a:defRPr sz="1200" b="0" smtClean="0">
                <a:latin typeface="Arial" charset="0"/>
                <a:ea typeface="ＭＳ Ｐゴシック" charset="-128"/>
              </a:defRPr>
            </a:lvl1pPr>
          </a:lstStyle>
          <a:p>
            <a:pPr>
              <a:defRPr/>
            </a:pPr>
            <a:endParaRPr lang="en-US"/>
          </a:p>
        </p:txBody>
      </p:sp>
      <p:sp>
        <p:nvSpPr>
          <p:cNvPr id="102404" name="Rectangle 1028">
            <a:extLst>
              <a:ext uri="{FF2B5EF4-FFF2-40B4-BE49-F238E27FC236}">
                <a16:creationId xmlns:a16="http://schemas.microsoft.com/office/drawing/2014/main" id="{32943D14-A7BC-4BCC-BCA7-5D0E8F2BBD22}"/>
              </a:ext>
            </a:extLst>
          </p:cNvPr>
          <p:cNvSpPr>
            <a:spLocks noGrp="1" noChangeArrowheads="1"/>
          </p:cNvSpPr>
          <p:nvPr>
            <p:ph type="ftr" sz="quarter" idx="2"/>
          </p:nvPr>
        </p:nvSpPr>
        <p:spPr bwMode="auto">
          <a:xfrm>
            <a:off x="0" y="8758238"/>
            <a:ext cx="3005138" cy="460375"/>
          </a:xfrm>
          <a:prstGeom prst="rect">
            <a:avLst/>
          </a:prstGeom>
          <a:noFill/>
          <a:ln w="9525">
            <a:noFill/>
            <a:miter lim="800000"/>
            <a:headEnd/>
            <a:tailEnd/>
          </a:ln>
          <a:effectLst/>
        </p:spPr>
        <p:txBody>
          <a:bodyPr vert="horz" wrap="square" lIns="92309" tIns="46154" rIns="92309" bIns="46154" numCol="1" anchor="b" anchorCtr="0" compatLnSpc="1">
            <a:prstTxWarp prst="textNoShape">
              <a:avLst/>
            </a:prstTxWarp>
          </a:bodyPr>
          <a:lstStyle>
            <a:lvl1pPr defTabSz="922338">
              <a:defRPr sz="1200" b="0" smtClean="0">
                <a:latin typeface="Arial" charset="0"/>
                <a:ea typeface="ＭＳ Ｐゴシック" charset="-128"/>
              </a:defRPr>
            </a:lvl1pPr>
          </a:lstStyle>
          <a:p>
            <a:pPr>
              <a:defRPr/>
            </a:pPr>
            <a:endParaRPr lang="en-US"/>
          </a:p>
        </p:txBody>
      </p:sp>
      <p:sp>
        <p:nvSpPr>
          <p:cNvPr id="102405" name="Rectangle 1029">
            <a:extLst>
              <a:ext uri="{FF2B5EF4-FFF2-40B4-BE49-F238E27FC236}">
                <a16:creationId xmlns:a16="http://schemas.microsoft.com/office/drawing/2014/main" id="{043BD463-B3DB-410F-B1B2-B627166B256E}"/>
              </a:ext>
            </a:extLst>
          </p:cNvPr>
          <p:cNvSpPr>
            <a:spLocks noGrp="1" noChangeArrowheads="1"/>
          </p:cNvSpPr>
          <p:nvPr>
            <p:ph type="sldNum" sz="quarter" idx="3"/>
          </p:nvPr>
        </p:nvSpPr>
        <p:spPr bwMode="auto">
          <a:xfrm>
            <a:off x="3927475" y="8758238"/>
            <a:ext cx="3005138" cy="460375"/>
          </a:xfrm>
          <a:prstGeom prst="rect">
            <a:avLst/>
          </a:prstGeom>
          <a:noFill/>
          <a:ln w="9525">
            <a:noFill/>
            <a:miter lim="800000"/>
            <a:headEnd/>
            <a:tailEnd/>
          </a:ln>
          <a:effectLst/>
        </p:spPr>
        <p:txBody>
          <a:bodyPr vert="horz" wrap="square" lIns="92309" tIns="46154" rIns="92309" bIns="46154" numCol="1" anchor="b" anchorCtr="0" compatLnSpc="1">
            <a:prstTxWarp prst="textNoShape">
              <a:avLst/>
            </a:prstTxWarp>
          </a:bodyPr>
          <a:lstStyle>
            <a:lvl1pPr algn="r" defTabSz="922338">
              <a:defRPr sz="1200" b="0"/>
            </a:lvl1pPr>
          </a:lstStyle>
          <a:p>
            <a:fld id="{DF3EE3B2-8872-42A8-9F1B-083AA9FFB2F8}"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37EB042-F457-4790-BD56-637E68D012E1}"/>
              </a:ext>
            </a:extLst>
          </p:cNvPr>
          <p:cNvSpPr>
            <a:spLocks noGrp="1" noChangeArrowheads="1"/>
          </p:cNvSpPr>
          <p:nvPr>
            <p:ph type="hdr" sz="quarter"/>
          </p:nvPr>
        </p:nvSpPr>
        <p:spPr bwMode="auto">
          <a:xfrm>
            <a:off x="0" y="0"/>
            <a:ext cx="3005138" cy="460375"/>
          </a:xfrm>
          <a:prstGeom prst="rect">
            <a:avLst/>
          </a:prstGeom>
          <a:noFill/>
          <a:ln w="9525">
            <a:noFill/>
            <a:miter lim="800000"/>
            <a:headEnd/>
            <a:tailEnd/>
          </a:ln>
        </p:spPr>
        <p:txBody>
          <a:bodyPr vert="horz" wrap="square" lIns="92309" tIns="46154" rIns="92309" bIns="46154" numCol="1" anchor="t" anchorCtr="0" compatLnSpc="1">
            <a:prstTxWarp prst="textNoShape">
              <a:avLst/>
            </a:prstTxWarp>
          </a:bodyPr>
          <a:lstStyle>
            <a:lvl1pPr defTabSz="922338">
              <a:defRPr sz="1200" b="0" smtClean="0">
                <a:latin typeface="Arial" charset="0"/>
                <a:ea typeface="ＭＳ Ｐゴシック" charset="-128"/>
              </a:defRPr>
            </a:lvl1pPr>
          </a:lstStyle>
          <a:p>
            <a:pPr>
              <a:defRPr/>
            </a:pPr>
            <a:endParaRPr lang="en-US"/>
          </a:p>
        </p:txBody>
      </p:sp>
      <p:sp>
        <p:nvSpPr>
          <p:cNvPr id="21507" name="Rectangle 3">
            <a:extLst>
              <a:ext uri="{FF2B5EF4-FFF2-40B4-BE49-F238E27FC236}">
                <a16:creationId xmlns:a16="http://schemas.microsoft.com/office/drawing/2014/main" id="{CA220948-42D1-4BE1-A158-D5B6A02F1763}"/>
              </a:ext>
            </a:extLst>
          </p:cNvPr>
          <p:cNvSpPr>
            <a:spLocks noGrp="1" noChangeArrowheads="1"/>
          </p:cNvSpPr>
          <p:nvPr>
            <p:ph type="dt" idx="1"/>
          </p:nvPr>
        </p:nvSpPr>
        <p:spPr bwMode="auto">
          <a:xfrm>
            <a:off x="3929063" y="0"/>
            <a:ext cx="3005137" cy="460375"/>
          </a:xfrm>
          <a:prstGeom prst="rect">
            <a:avLst/>
          </a:prstGeom>
          <a:noFill/>
          <a:ln w="9525">
            <a:noFill/>
            <a:miter lim="800000"/>
            <a:headEnd/>
            <a:tailEnd/>
          </a:ln>
        </p:spPr>
        <p:txBody>
          <a:bodyPr vert="horz" wrap="square" lIns="92309" tIns="46154" rIns="92309" bIns="46154" numCol="1" anchor="t" anchorCtr="0" compatLnSpc="1">
            <a:prstTxWarp prst="textNoShape">
              <a:avLst/>
            </a:prstTxWarp>
          </a:bodyPr>
          <a:lstStyle>
            <a:lvl1pPr algn="r" defTabSz="922338">
              <a:defRPr sz="1200" b="0" smtClean="0">
                <a:latin typeface="Arial" charset="0"/>
                <a:ea typeface="ＭＳ Ｐゴシック" charset="-128"/>
              </a:defRPr>
            </a:lvl1pPr>
          </a:lstStyle>
          <a:p>
            <a:pPr>
              <a:defRPr/>
            </a:pPr>
            <a:endParaRPr lang="en-US"/>
          </a:p>
        </p:txBody>
      </p:sp>
      <p:sp>
        <p:nvSpPr>
          <p:cNvPr id="66564" name="Rectangle 4">
            <a:extLst>
              <a:ext uri="{FF2B5EF4-FFF2-40B4-BE49-F238E27FC236}">
                <a16:creationId xmlns:a16="http://schemas.microsoft.com/office/drawing/2014/main" id="{9D2CD734-E1CA-469F-804E-9480A9711980}"/>
              </a:ext>
            </a:extLst>
          </p:cNvPr>
          <p:cNvSpPr>
            <a:spLocks noChangeArrowheads="1" noTextEdit="1"/>
          </p:cNvSpPr>
          <p:nvPr>
            <p:ph type="sldImg" idx="2"/>
          </p:nvPr>
        </p:nvSpPr>
        <p:spPr bwMode="auto">
          <a:xfrm>
            <a:off x="1162050" y="692150"/>
            <a:ext cx="4610100" cy="3457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9" name="Rectangle 5">
            <a:extLst>
              <a:ext uri="{FF2B5EF4-FFF2-40B4-BE49-F238E27FC236}">
                <a16:creationId xmlns:a16="http://schemas.microsoft.com/office/drawing/2014/main" id="{74B21950-0F5B-43CE-AA86-5FFC64413E07}"/>
              </a:ext>
            </a:extLst>
          </p:cNvPr>
          <p:cNvSpPr>
            <a:spLocks noGrp="1" noChangeArrowheads="1"/>
          </p:cNvSpPr>
          <p:nvPr>
            <p:ph type="body" sz="quarter" idx="3"/>
          </p:nvPr>
        </p:nvSpPr>
        <p:spPr bwMode="auto">
          <a:xfrm>
            <a:off x="923925" y="4379913"/>
            <a:ext cx="5086350" cy="4148137"/>
          </a:xfrm>
          <a:prstGeom prst="rect">
            <a:avLst/>
          </a:prstGeom>
          <a:noFill/>
          <a:ln w="9525">
            <a:noFill/>
            <a:miter lim="800000"/>
            <a:headEnd/>
            <a:tailEnd/>
          </a:ln>
        </p:spPr>
        <p:txBody>
          <a:bodyPr vert="horz" wrap="square" lIns="92309" tIns="46154" rIns="92309" bIns="4615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510" name="Rectangle 6">
            <a:extLst>
              <a:ext uri="{FF2B5EF4-FFF2-40B4-BE49-F238E27FC236}">
                <a16:creationId xmlns:a16="http://schemas.microsoft.com/office/drawing/2014/main" id="{4AB5B529-5BA5-4D16-84F0-46DF01FE2434}"/>
              </a:ext>
            </a:extLst>
          </p:cNvPr>
          <p:cNvSpPr>
            <a:spLocks noGrp="1" noChangeArrowheads="1"/>
          </p:cNvSpPr>
          <p:nvPr>
            <p:ph type="ftr" sz="quarter" idx="4"/>
          </p:nvPr>
        </p:nvSpPr>
        <p:spPr bwMode="auto">
          <a:xfrm>
            <a:off x="0" y="8759825"/>
            <a:ext cx="3005138" cy="460375"/>
          </a:xfrm>
          <a:prstGeom prst="rect">
            <a:avLst/>
          </a:prstGeom>
          <a:noFill/>
          <a:ln w="9525">
            <a:noFill/>
            <a:miter lim="800000"/>
            <a:headEnd/>
            <a:tailEnd/>
          </a:ln>
        </p:spPr>
        <p:txBody>
          <a:bodyPr vert="horz" wrap="square" lIns="92309" tIns="46154" rIns="92309" bIns="46154" numCol="1" anchor="b" anchorCtr="0" compatLnSpc="1">
            <a:prstTxWarp prst="textNoShape">
              <a:avLst/>
            </a:prstTxWarp>
          </a:bodyPr>
          <a:lstStyle>
            <a:lvl1pPr defTabSz="922338">
              <a:defRPr sz="1200" b="0" smtClean="0">
                <a:latin typeface="Arial" charset="0"/>
                <a:ea typeface="ＭＳ Ｐゴシック" charset="-128"/>
              </a:defRPr>
            </a:lvl1pPr>
          </a:lstStyle>
          <a:p>
            <a:pPr>
              <a:defRPr/>
            </a:pPr>
            <a:endParaRPr lang="en-US"/>
          </a:p>
        </p:txBody>
      </p:sp>
      <p:sp>
        <p:nvSpPr>
          <p:cNvPr id="21511" name="Rectangle 7">
            <a:extLst>
              <a:ext uri="{FF2B5EF4-FFF2-40B4-BE49-F238E27FC236}">
                <a16:creationId xmlns:a16="http://schemas.microsoft.com/office/drawing/2014/main" id="{2B3D3784-413B-441C-B740-3DBE1BCE72EE}"/>
              </a:ext>
            </a:extLst>
          </p:cNvPr>
          <p:cNvSpPr>
            <a:spLocks noGrp="1" noChangeArrowheads="1"/>
          </p:cNvSpPr>
          <p:nvPr>
            <p:ph type="sldNum" sz="quarter" idx="5"/>
          </p:nvPr>
        </p:nvSpPr>
        <p:spPr bwMode="auto">
          <a:xfrm>
            <a:off x="3929063" y="8759825"/>
            <a:ext cx="3005137" cy="460375"/>
          </a:xfrm>
          <a:prstGeom prst="rect">
            <a:avLst/>
          </a:prstGeom>
          <a:noFill/>
          <a:ln w="9525">
            <a:noFill/>
            <a:miter lim="800000"/>
            <a:headEnd/>
            <a:tailEnd/>
          </a:ln>
        </p:spPr>
        <p:txBody>
          <a:bodyPr vert="horz" wrap="square" lIns="92309" tIns="46154" rIns="92309" bIns="46154" numCol="1" anchor="b" anchorCtr="0" compatLnSpc="1">
            <a:prstTxWarp prst="textNoShape">
              <a:avLst/>
            </a:prstTxWarp>
          </a:bodyPr>
          <a:lstStyle>
            <a:lvl1pPr algn="r" defTabSz="922338">
              <a:defRPr sz="1200" b="0"/>
            </a:lvl1pPr>
          </a:lstStyle>
          <a:p>
            <a:fld id="{2D5C5E6A-F13B-4191-897B-D0CEF8A1819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FA452F4A-D513-4925-97E0-6C49017D39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defRPr sz="2400" b="1">
                <a:solidFill>
                  <a:schemeClr val="tx1"/>
                </a:solidFill>
                <a:latin typeface="Arial" panose="020B0604020202020204" pitchFamily="34" charset="0"/>
                <a:ea typeface="ＭＳ Ｐゴシック" panose="020B0600070205080204" pitchFamily="34" charset="-128"/>
              </a:defRPr>
            </a:lvl1pPr>
            <a:lvl2pPr marL="742950" indent="-285750" defTabSz="922338">
              <a:defRPr sz="2400" b="1">
                <a:solidFill>
                  <a:schemeClr val="tx1"/>
                </a:solidFill>
                <a:latin typeface="Arial" panose="020B0604020202020204" pitchFamily="34" charset="0"/>
                <a:ea typeface="ＭＳ Ｐゴシック" panose="020B0600070205080204" pitchFamily="34" charset="-128"/>
              </a:defRPr>
            </a:lvl2pPr>
            <a:lvl3pPr marL="1143000" indent="-228600" defTabSz="922338">
              <a:defRPr sz="2400" b="1">
                <a:solidFill>
                  <a:schemeClr val="tx1"/>
                </a:solidFill>
                <a:latin typeface="Arial" panose="020B0604020202020204" pitchFamily="34" charset="0"/>
                <a:ea typeface="ＭＳ Ｐゴシック" panose="020B0600070205080204" pitchFamily="34" charset="-128"/>
              </a:defRPr>
            </a:lvl3pPr>
            <a:lvl4pPr marL="1600200" indent="-228600" defTabSz="922338">
              <a:defRPr sz="2400" b="1">
                <a:solidFill>
                  <a:schemeClr val="tx1"/>
                </a:solidFill>
                <a:latin typeface="Arial" panose="020B0604020202020204" pitchFamily="34" charset="0"/>
                <a:ea typeface="ＭＳ Ｐゴシック" panose="020B0600070205080204" pitchFamily="34" charset="-128"/>
              </a:defRPr>
            </a:lvl4pPr>
            <a:lvl5pPr marL="2057400" indent="-228600" defTabSz="922338">
              <a:defRPr sz="2400" b="1">
                <a:solidFill>
                  <a:schemeClr val="tx1"/>
                </a:solidFill>
                <a:latin typeface="Arial" panose="020B0604020202020204" pitchFamily="34" charset="0"/>
                <a:ea typeface="ＭＳ Ｐゴシック" panose="020B0600070205080204" pitchFamily="34" charset="-128"/>
              </a:defRPr>
            </a:lvl5pPr>
            <a:lvl6pPr marL="25146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63B1B67A-A766-43B3-82A7-0FACBB4101F9}" type="slidenum">
              <a:rPr lang="en-US" altLang="en-US" sz="1200" b="0"/>
              <a:pPr/>
              <a:t>4</a:t>
            </a:fld>
            <a:endParaRPr lang="en-US" altLang="en-US" sz="1200" b="0"/>
          </a:p>
        </p:txBody>
      </p:sp>
      <p:sp>
        <p:nvSpPr>
          <p:cNvPr id="73731" name="Rectangle 2">
            <a:extLst>
              <a:ext uri="{FF2B5EF4-FFF2-40B4-BE49-F238E27FC236}">
                <a16:creationId xmlns:a16="http://schemas.microsoft.com/office/drawing/2014/main" id="{BA90AE06-7DAB-4894-A373-042F73C2854C}"/>
              </a:ext>
            </a:extLst>
          </p:cNvPr>
          <p:cNvSpPr>
            <a:spLocks noChangeArrowheads="1" noTextEdit="1"/>
          </p:cNvSpPr>
          <p:nvPr>
            <p:ph type="sldImg"/>
          </p:nvPr>
        </p:nvSpPr>
        <p:spPr>
          <a:ln/>
        </p:spPr>
      </p:sp>
      <p:sp>
        <p:nvSpPr>
          <p:cNvPr id="73732" name="Rectangle 3">
            <a:extLst>
              <a:ext uri="{FF2B5EF4-FFF2-40B4-BE49-F238E27FC236}">
                <a16:creationId xmlns:a16="http://schemas.microsoft.com/office/drawing/2014/main" id="{9F4488B5-672C-4945-B703-8A2FE93E57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9DE3B9B9-7DF5-4ADE-9129-80A4FFB682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a:extLst>
              <a:ext uri="{FF2B5EF4-FFF2-40B4-BE49-F238E27FC236}">
                <a16:creationId xmlns:a16="http://schemas.microsoft.com/office/drawing/2014/main" id="{AFD73907-7DB7-4FDC-A499-FE4C38D6E49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377816F1-A52F-43F5-BC58-7CD42304831C}"/>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2835E9-22DD-47C1-BB52-31BA45C23B03}" type="slidenum">
              <a:rPr lang="en-US" altLang="en-US">
                <a:latin typeface="Calibri" panose="020F0502020204030204" pitchFamily="34" charset="0"/>
              </a:rPr>
              <a:pPr eaLnBrk="1" hangingPunct="1"/>
              <a:t>10</a:t>
            </a:fld>
            <a:endParaRPr lang="en-US" altLang="en-US">
              <a:latin typeface="Calibri" panose="020F0502020204030204" pitchFamily="34" charset="0"/>
            </a:endParaRPr>
          </a:p>
        </p:txBody>
      </p:sp>
    </p:spTree>
    <p:extLst>
      <p:ext uri="{BB962C8B-B14F-4D97-AF65-F5344CB8AC3E}">
        <p14:creationId xmlns:p14="http://schemas.microsoft.com/office/powerpoint/2010/main" val="206575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693EBCE2-503B-4E81-AE49-B67F1072A91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a:extLst>
              <a:ext uri="{FF2B5EF4-FFF2-40B4-BE49-F238E27FC236}">
                <a16:creationId xmlns:a16="http://schemas.microsoft.com/office/drawing/2014/main" id="{051E3930-FC50-4984-A5B8-C066BCA8BFE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70BD534A-4FDE-495E-86C1-8A2682BE088B}"/>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63C4E72-4861-4059-BAE2-5EF8552E8555}" type="slidenum">
              <a:rPr lang="en-US" altLang="en-US">
                <a:latin typeface="Calibri" panose="020F0502020204030204" pitchFamily="34" charset="0"/>
              </a:rPr>
              <a:pPr eaLnBrk="1" hangingPunct="1"/>
              <a:t>11</a:t>
            </a:fld>
            <a:endParaRPr lang="en-US" altLang="en-US">
              <a:latin typeface="Calibri" panose="020F0502020204030204" pitchFamily="34" charset="0"/>
            </a:endParaRPr>
          </a:p>
        </p:txBody>
      </p:sp>
    </p:spTree>
    <p:extLst>
      <p:ext uri="{BB962C8B-B14F-4D97-AF65-F5344CB8AC3E}">
        <p14:creationId xmlns:p14="http://schemas.microsoft.com/office/powerpoint/2010/main" val="320535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C3A5D099-A98D-4833-9072-25C31CAF3C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defRPr sz="2400" b="1">
                <a:solidFill>
                  <a:schemeClr val="tx1"/>
                </a:solidFill>
                <a:latin typeface="Arial" panose="020B0604020202020204" pitchFamily="34" charset="0"/>
                <a:ea typeface="ＭＳ Ｐゴシック" panose="020B0600070205080204" pitchFamily="34" charset="-128"/>
              </a:defRPr>
            </a:lvl1pPr>
            <a:lvl2pPr marL="742950" indent="-285750" defTabSz="922338">
              <a:defRPr sz="2400" b="1">
                <a:solidFill>
                  <a:schemeClr val="tx1"/>
                </a:solidFill>
                <a:latin typeface="Arial" panose="020B0604020202020204" pitchFamily="34" charset="0"/>
                <a:ea typeface="ＭＳ Ｐゴシック" panose="020B0600070205080204" pitchFamily="34" charset="-128"/>
              </a:defRPr>
            </a:lvl2pPr>
            <a:lvl3pPr marL="1143000" indent="-228600" defTabSz="922338">
              <a:defRPr sz="2400" b="1">
                <a:solidFill>
                  <a:schemeClr val="tx1"/>
                </a:solidFill>
                <a:latin typeface="Arial" panose="020B0604020202020204" pitchFamily="34" charset="0"/>
                <a:ea typeface="ＭＳ Ｐゴシック" panose="020B0600070205080204" pitchFamily="34" charset="-128"/>
              </a:defRPr>
            </a:lvl3pPr>
            <a:lvl4pPr marL="1600200" indent="-228600" defTabSz="922338">
              <a:defRPr sz="2400" b="1">
                <a:solidFill>
                  <a:schemeClr val="tx1"/>
                </a:solidFill>
                <a:latin typeface="Arial" panose="020B0604020202020204" pitchFamily="34" charset="0"/>
                <a:ea typeface="ＭＳ Ｐゴシック" panose="020B0600070205080204" pitchFamily="34" charset="-128"/>
              </a:defRPr>
            </a:lvl4pPr>
            <a:lvl5pPr marL="2057400" indent="-228600" defTabSz="922338">
              <a:defRPr sz="2400" b="1">
                <a:solidFill>
                  <a:schemeClr val="tx1"/>
                </a:solidFill>
                <a:latin typeface="Arial" panose="020B0604020202020204" pitchFamily="34" charset="0"/>
                <a:ea typeface="ＭＳ Ｐゴシック" panose="020B0600070205080204" pitchFamily="34" charset="-128"/>
              </a:defRPr>
            </a:lvl5pPr>
            <a:lvl6pPr marL="25146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6E88505A-6370-45D8-BBE9-94391D2135FA}" type="slidenum">
              <a:rPr lang="en-US" altLang="en-US" sz="1200" b="0"/>
              <a:pPr/>
              <a:t>12</a:t>
            </a:fld>
            <a:endParaRPr lang="en-US" altLang="en-US" sz="1200" b="0"/>
          </a:p>
        </p:txBody>
      </p:sp>
      <p:sp>
        <p:nvSpPr>
          <p:cNvPr id="77827" name="Rectangle 2">
            <a:extLst>
              <a:ext uri="{FF2B5EF4-FFF2-40B4-BE49-F238E27FC236}">
                <a16:creationId xmlns:a16="http://schemas.microsoft.com/office/drawing/2014/main" id="{1BA734C9-05C6-4F3C-A22E-64B451DF3203}"/>
              </a:ext>
            </a:extLst>
          </p:cNvPr>
          <p:cNvSpPr>
            <a:spLocks noChangeArrowheads="1" noTextEdit="1"/>
          </p:cNvSpPr>
          <p:nvPr>
            <p:ph type="sldImg"/>
          </p:nvPr>
        </p:nvSpPr>
        <p:spPr>
          <a:ln/>
        </p:spPr>
      </p:sp>
      <p:sp>
        <p:nvSpPr>
          <p:cNvPr id="77828" name="Rectangle 3">
            <a:extLst>
              <a:ext uri="{FF2B5EF4-FFF2-40B4-BE49-F238E27FC236}">
                <a16:creationId xmlns:a16="http://schemas.microsoft.com/office/drawing/2014/main" id="{FC53F959-0B22-43FE-AB60-EAC97E50F8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858532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DE373545-356D-48F0-A6AA-C4B6E4811F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8EC0D690-EBDA-4706-8FD9-D7632DE53B8B}" type="slidenum">
              <a:rPr lang="en-US" altLang="en-US" sz="1200"/>
              <a:pPr/>
              <a:t>14</a:t>
            </a:fld>
            <a:endParaRPr lang="en-US" altLang="en-US" sz="1200"/>
          </a:p>
        </p:txBody>
      </p:sp>
      <p:sp>
        <p:nvSpPr>
          <p:cNvPr id="88067" name="Rectangle 2">
            <a:extLst>
              <a:ext uri="{FF2B5EF4-FFF2-40B4-BE49-F238E27FC236}">
                <a16:creationId xmlns:a16="http://schemas.microsoft.com/office/drawing/2014/main" id="{8142422B-9093-4AF3-841D-816EDF3542F8}"/>
              </a:ext>
            </a:extLst>
          </p:cNvPr>
          <p:cNvSpPr>
            <a:spLocks noRot="1" noChangeArrowheads="1" noTextEdit="1"/>
          </p:cNvSpPr>
          <p:nvPr>
            <p:ph type="sldImg"/>
          </p:nvPr>
        </p:nvSpPr>
        <p:spPr>
          <a:ln/>
        </p:spPr>
      </p:sp>
      <p:sp>
        <p:nvSpPr>
          <p:cNvPr id="88068" name="Rectangle 3">
            <a:extLst>
              <a:ext uri="{FF2B5EF4-FFF2-40B4-BE49-F238E27FC236}">
                <a16:creationId xmlns:a16="http://schemas.microsoft.com/office/drawing/2014/main" id="{E6426F20-6680-48DF-8F6C-AFDD01E1DE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13701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81649D-000B-3648-B34F-8BD3B0121636}" type="slidenum">
              <a:rPr lang="en-US"/>
              <a:pPr/>
              <a:t>15</a:t>
            </a:fld>
            <a:endParaRPr lang="en-US" dirty="0"/>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A taxonomy first introduced by Flynn [FLYN72] is still the most common way of categorizing systems with parallel processing capability. Flynn proposed the following categories of computer systems: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Single instruction, single data (SISD) stream: </a:t>
            </a:r>
            <a:r>
              <a:rPr lang="en-US" sz="1200" kern="1200" dirty="0">
                <a:solidFill>
                  <a:schemeClr val="tx1"/>
                </a:solidFill>
                <a:latin typeface="Times New Roman" pitchFamily="-84" charset="0"/>
                <a:ea typeface="+mn-ea"/>
                <a:cs typeface="+mn-cs"/>
              </a:rPr>
              <a:t>A single processor executes a single instruction stream to operate on data stored in a single memory. Uniprocessors fall into this category.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Single instruction, multiple data (SIMD) stream: </a:t>
            </a:r>
            <a:r>
              <a:rPr lang="en-US" sz="1200" kern="1200" dirty="0">
                <a:solidFill>
                  <a:schemeClr val="tx1"/>
                </a:solidFill>
                <a:latin typeface="Times New Roman" pitchFamily="-84" charset="0"/>
                <a:ea typeface="+mn-ea"/>
                <a:cs typeface="+mn-cs"/>
              </a:rPr>
              <a:t>A single machine instruction controls the simultaneous execution of a number of processing elements on a lockstep basis. Each processing element has an associated data memory, so that instructions are executed on different sets of data by different processors. Vector and array processors fall into this category, and are discussed in Section 18.7.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Multiple instruction, single data (MISD) stream: </a:t>
            </a:r>
            <a:r>
              <a:rPr lang="en-US" sz="1200" kern="1200" dirty="0">
                <a:solidFill>
                  <a:schemeClr val="tx1"/>
                </a:solidFill>
                <a:latin typeface="Times New Roman" pitchFamily="-84" charset="0"/>
                <a:ea typeface="+mn-ea"/>
                <a:cs typeface="+mn-cs"/>
              </a:rPr>
              <a:t>A sequence of data is transmitted to a set of processors, each of which executes a different instruction sequence. This structure is not commercially implemented.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Multiple instruction, multiple data (MIMD) stream: </a:t>
            </a:r>
            <a:r>
              <a:rPr lang="en-US" sz="1200" kern="1200" dirty="0">
                <a:solidFill>
                  <a:schemeClr val="tx1"/>
                </a:solidFill>
                <a:latin typeface="Times New Roman" pitchFamily="-84" charset="0"/>
                <a:ea typeface="+mn-ea"/>
                <a:cs typeface="+mn-cs"/>
              </a:rPr>
              <a:t>A set of processors simultaneously execute different instruction sequences on different data sets. SMPs, clusters, and NUMA systems fit into this category. </a:t>
            </a:r>
          </a:p>
          <a:p>
            <a:endParaRPr lang="en-GB" dirty="0"/>
          </a:p>
        </p:txBody>
      </p:sp>
    </p:spTree>
    <p:extLst>
      <p:ext uri="{BB962C8B-B14F-4D97-AF65-F5344CB8AC3E}">
        <p14:creationId xmlns:p14="http://schemas.microsoft.com/office/powerpoint/2010/main" val="1994664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81649D-000B-3648-B34F-8BD3B0121636}" type="slidenum">
              <a:rPr lang="en-US"/>
              <a:pPr/>
              <a:t>16</a:t>
            </a:fld>
            <a:endParaRPr lang="en-US" dirty="0"/>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A taxonomy first introduced by Flynn [FLYN72] is still the most common way of categorizing systems with parallel processing capability. Flynn proposed the following categories of computer systems: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Single instruction, single data (SISD) stream: </a:t>
            </a:r>
            <a:r>
              <a:rPr lang="en-US" sz="1200" kern="1200" dirty="0">
                <a:solidFill>
                  <a:schemeClr val="tx1"/>
                </a:solidFill>
                <a:latin typeface="Times New Roman" pitchFamily="-84" charset="0"/>
                <a:ea typeface="+mn-ea"/>
                <a:cs typeface="+mn-cs"/>
              </a:rPr>
              <a:t>A single processor executes a single instruction stream to operate on data stored in a single memory. Uniprocessors fall into this category.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Single instruction, multiple data (SIMD) stream: </a:t>
            </a:r>
            <a:r>
              <a:rPr lang="en-US" sz="1200" kern="1200" dirty="0">
                <a:solidFill>
                  <a:schemeClr val="tx1"/>
                </a:solidFill>
                <a:latin typeface="Times New Roman" pitchFamily="-84" charset="0"/>
                <a:ea typeface="+mn-ea"/>
                <a:cs typeface="+mn-cs"/>
              </a:rPr>
              <a:t>A single machine instruction controls the simultaneous execution of a number of processing elements on a lockstep basis. Each processing element has an associated data memory, so that instructions are executed on different sets of data by different processors. Vector and array processors fall into this category, and are discussed in Section 18.7.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Multiple instruction, single data (MISD) stream: </a:t>
            </a:r>
            <a:r>
              <a:rPr lang="en-US" sz="1200" kern="1200" dirty="0">
                <a:solidFill>
                  <a:schemeClr val="tx1"/>
                </a:solidFill>
                <a:latin typeface="Times New Roman" pitchFamily="-84" charset="0"/>
                <a:ea typeface="+mn-ea"/>
                <a:cs typeface="+mn-cs"/>
              </a:rPr>
              <a:t>A sequence of data is transmitted to a set of processors, each of which executes a different instruction sequence. This structure is not commercially implemented.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Multiple instruction, multiple data (MIMD) stream: </a:t>
            </a:r>
            <a:r>
              <a:rPr lang="en-US" sz="1200" kern="1200" dirty="0">
                <a:solidFill>
                  <a:schemeClr val="tx1"/>
                </a:solidFill>
                <a:latin typeface="Times New Roman" pitchFamily="-84" charset="0"/>
                <a:ea typeface="+mn-ea"/>
                <a:cs typeface="+mn-cs"/>
              </a:rPr>
              <a:t>A set of processors simultaneously execute different instruction sequences on different data sets. SMPs, clusters, and NUMA systems fit into this category. </a:t>
            </a:r>
          </a:p>
          <a:p>
            <a:endParaRPr lang="en-GB" dirty="0"/>
          </a:p>
        </p:txBody>
      </p:sp>
    </p:spTree>
    <p:extLst>
      <p:ext uri="{BB962C8B-B14F-4D97-AF65-F5344CB8AC3E}">
        <p14:creationId xmlns:p14="http://schemas.microsoft.com/office/powerpoint/2010/main" val="4289891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07ED49-E8F0-E941-B511-59C845D00833}" type="slidenum">
              <a:rPr lang="en-US"/>
              <a:pPr/>
              <a:t>17</a:t>
            </a:fld>
            <a:endParaRPr lang="en-US" dirty="0"/>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With the MIMD organization, the processors are general purpose; each is able to process all of the instructions necessary to perform the appropriate data transformation. MIMDs can be further subdivided by the means in which the processors communicate (Figure 20.1). If the processors share a common memory, then each processor accesses programs and data stored in the shared memory, and processors communicate with each other via that memory. The most common form of such system is known as a </a:t>
            </a:r>
            <a:r>
              <a:rPr lang="en-US" sz="1200" b="1" kern="1200" dirty="0">
                <a:solidFill>
                  <a:schemeClr val="tx1"/>
                </a:solidFill>
                <a:latin typeface="Times New Roman" pitchFamily="-84" charset="0"/>
                <a:ea typeface="+mn-ea"/>
                <a:cs typeface="+mn-cs"/>
              </a:rPr>
              <a:t>symmetric multiprocessor (SMP), </a:t>
            </a:r>
            <a:r>
              <a:rPr lang="en-US" sz="1200" kern="1200" dirty="0">
                <a:solidFill>
                  <a:schemeClr val="tx1"/>
                </a:solidFill>
                <a:latin typeface="Times New Roman" pitchFamily="-84" charset="0"/>
                <a:ea typeface="+mn-ea"/>
                <a:cs typeface="+mn-cs"/>
              </a:rPr>
              <a:t>which we examine in Section 20.2. In an SMP, multiple processors share a single memory or pool of memory by means of a shared bus or other interconnection mechanism; a distinguishing feature is that the memory access time to any region of memory is approximately the same for each processor. A more recent development is the </a:t>
            </a:r>
            <a:r>
              <a:rPr lang="en-US" sz="1200" b="1" kern="1200" dirty="0">
                <a:solidFill>
                  <a:schemeClr val="tx1"/>
                </a:solidFill>
                <a:latin typeface="Times New Roman" pitchFamily="-84" charset="0"/>
                <a:ea typeface="+mn-ea"/>
                <a:cs typeface="+mn-cs"/>
              </a:rPr>
              <a:t>non-uniform memory access (NUMA) </a:t>
            </a:r>
            <a:r>
              <a:rPr lang="en-US" sz="1200" kern="1200" dirty="0">
                <a:solidFill>
                  <a:schemeClr val="tx1"/>
                </a:solidFill>
                <a:latin typeface="Times New Roman" pitchFamily="-84" charset="0"/>
                <a:ea typeface="+mn-ea"/>
                <a:cs typeface="+mn-cs"/>
              </a:rPr>
              <a:t>organization, which is described in Section 20.6. As the name suggests, the memory access time to different regions of memory may differ for a NUMA processor.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 collection of independent uniprocessors or SMPs may be interconnected to form a </a:t>
            </a:r>
            <a:r>
              <a:rPr lang="en-US" sz="1200" b="1" kern="1200" dirty="0">
                <a:solidFill>
                  <a:schemeClr val="tx1"/>
                </a:solidFill>
                <a:latin typeface="Times New Roman" pitchFamily="-84" charset="0"/>
                <a:ea typeface="+mn-ea"/>
                <a:cs typeface="+mn-cs"/>
              </a:rPr>
              <a:t>cluster. </a:t>
            </a:r>
            <a:r>
              <a:rPr lang="en-US" sz="1200" kern="1200" dirty="0">
                <a:solidFill>
                  <a:schemeClr val="tx1"/>
                </a:solidFill>
                <a:latin typeface="Times New Roman" pitchFamily="-84" charset="0"/>
                <a:ea typeface="+mn-ea"/>
                <a:cs typeface="+mn-cs"/>
              </a:rPr>
              <a:t>Communication among the computers is either via fixed paths or via some network facility. </a:t>
            </a:r>
            <a:endParaRPr lang="en-US" dirty="0"/>
          </a:p>
          <a:p>
            <a:endParaRPr lang="en-GB" dirty="0"/>
          </a:p>
        </p:txBody>
      </p:sp>
    </p:spTree>
    <p:extLst>
      <p:ext uri="{BB962C8B-B14F-4D97-AF65-F5344CB8AC3E}">
        <p14:creationId xmlns:p14="http://schemas.microsoft.com/office/powerpoint/2010/main" val="2351191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F5BF81-6616-1745-A8E7-F4919386A4DE}" type="slidenum">
              <a:rPr lang="en-US"/>
              <a:pPr/>
              <a:t>18</a:t>
            </a:fld>
            <a:endParaRPr lang="en-US" dirty="0"/>
          </a:p>
        </p:txBody>
      </p:sp>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Figure 20.2 illustrates the general organization of the taxonomy of Figure 20.1. Figure 20.2a shows the structure of an SISD. There is some sort of control unit (CU) that provides an instruction stream (IS) to a processing unit (PU). The processing unit operates on a single data stream (DS) from a memory unit (MU). With an </a:t>
            </a:r>
          </a:p>
          <a:p>
            <a:r>
              <a:rPr lang="en-US" sz="1200" kern="1200" dirty="0">
                <a:solidFill>
                  <a:schemeClr val="tx1"/>
                </a:solidFill>
                <a:latin typeface="Times New Roman" pitchFamily="-84" charset="0"/>
                <a:ea typeface="+mn-ea"/>
                <a:cs typeface="+mn-cs"/>
              </a:rPr>
              <a:t>SIMD, there is still a single control unit, now feeding a single instruction stream to multiple PUs. Each PU may have its own dedicated memory (illustrated in Figure 20.2b), or there may be a shared memory. Finally, with the MIMD, there are multiple control units, each feeding a separate instruction stream to its own PU. The MIMD may be a shared-memory multiprocessor (Figure 20.2c) or a distributed- memory multicomputer (Figure 20.2d).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design issues relating to SMPs, clusters, and NUMAs are complex, involving issues relating to physical organization, interconnection structures, inter-processor communication, operating system design, and application software techniques. Our concern here is primarily with organization, although we touch briefly on operating system design issues. </a:t>
            </a:r>
            <a:endParaRPr lang="en-US" dirty="0"/>
          </a:p>
          <a:p>
            <a:endParaRPr lang="en-US" dirty="0"/>
          </a:p>
        </p:txBody>
      </p:sp>
    </p:spTree>
    <p:extLst>
      <p:ext uri="{BB962C8B-B14F-4D97-AF65-F5344CB8AC3E}">
        <p14:creationId xmlns:p14="http://schemas.microsoft.com/office/powerpoint/2010/main" val="2905053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4DE9A648-B33D-44BB-AEBB-AA794D5F716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We now review several systems that most of you have come across already (possibly without being aware that they are distributed).</a:t>
            </a:r>
          </a:p>
          <a:p>
            <a:pPr marL="101600" indent="-101600"/>
            <a:r>
              <a:rPr lang="en-US" altLang="zh-TW">
                <a:latin typeface="Arial" panose="020B0604020202020204" pitchFamily="34" charset="0"/>
                <a:ea typeface="新細明體" panose="02020500000000000000" pitchFamily="18" charset="-120"/>
              </a:rPr>
              <a:t>This review will provide you with a better understanding of the issues that are to be tackled during distributed systems construction.</a:t>
            </a:r>
          </a:p>
        </p:txBody>
      </p:sp>
      <p:sp>
        <p:nvSpPr>
          <p:cNvPr id="28674" name="Rectangle 3">
            <a:extLst>
              <a:ext uri="{FF2B5EF4-FFF2-40B4-BE49-F238E27FC236}">
                <a16:creationId xmlns:a16="http://schemas.microsoft.com/office/drawing/2014/main" id="{C5E9C32C-FC79-4C1E-BCB0-3A9C18EF2E9C}"/>
              </a:ext>
            </a:extLst>
          </p:cNvPr>
          <p:cNvSpPr>
            <a:spLocks noChangeArrowheads="1" noTextEdit="1"/>
          </p:cNvSpPr>
          <p:nvPr>
            <p:ph type="sldImg"/>
          </p:nvPr>
        </p:nvSpPr>
        <p:spPr>
          <a:xfrm>
            <a:off x="1095375" y="523875"/>
            <a:ext cx="4692650" cy="3249613"/>
          </a:xfrm>
          <a:ln cap="fla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9C3B5A66-6575-4246-B7F3-50A60065EC5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A local area network consists of a number of different computers. Workstations and Personal computers provide the front-end for network users. Different servers provide shared services.</a:t>
            </a:r>
          </a:p>
          <a:p>
            <a:pPr marL="101600" indent="-101600"/>
            <a:r>
              <a:rPr lang="en-US" altLang="zh-TW">
                <a:latin typeface="Arial" panose="020B0604020202020204" pitchFamily="34" charset="0"/>
                <a:ea typeface="新細明體" panose="02020500000000000000" pitchFamily="18" charset="-120"/>
              </a:rPr>
              <a:t>One or several network file servers provide data storage services. Any workstation and PC may henceforth store files on disks maintained by these file servers.</a:t>
            </a:r>
          </a:p>
          <a:p>
            <a:pPr marL="101600" indent="-101600"/>
            <a:r>
              <a:rPr lang="en-US" altLang="zh-TW">
                <a:latin typeface="Arial" panose="020B0604020202020204" pitchFamily="34" charset="0"/>
                <a:ea typeface="新細明體" panose="02020500000000000000" pitchFamily="18" charset="-120"/>
              </a:rPr>
              <a:t>A local name server maps machine names to IP addresses, user names to user ids and group names to group ids. Any machine can request a service to resolve a certain name.</a:t>
            </a:r>
          </a:p>
          <a:p>
            <a:pPr marL="101600" indent="-101600"/>
            <a:r>
              <a:rPr lang="en-US" altLang="zh-TW">
                <a:latin typeface="Arial" panose="020B0604020202020204" pitchFamily="34" charset="0"/>
                <a:ea typeface="新細明體" panose="02020500000000000000" pitchFamily="18" charset="-120"/>
              </a:rPr>
              <a:t>One or several print servers control the access to shared printers.Workstations and PCs have the server printing jobs for them. </a:t>
            </a:r>
          </a:p>
          <a:p>
            <a:pPr marL="101600" indent="-101600"/>
            <a:r>
              <a:rPr lang="en-US" altLang="zh-TW">
                <a:latin typeface="Arial" panose="020B0604020202020204" pitchFamily="34" charset="0"/>
                <a:ea typeface="新細明體" panose="02020500000000000000" pitchFamily="18" charset="-120"/>
              </a:rPr>
              <a:t>Another component provides a gateway to the wide area network.</a:t>
            </a:r>
          </a:p>
          <a:p>
            <a:pPr marL="101600" indent="-101600"/>
            <a:r>
              <a:rPr lang="en-US" altLang="zh-TW">
                <a:latin typeface="Arial" panose="020B0604020202020204" pitchFamily="34" charset="0"/>
                <a:ea typeface="新細明體" panose="02020500000000000000" pitchFamily="18" charset="-120"/>
              </a:rPr>
              <a:t>As a user you need not be aware which machine provides which service.</a:t>
            </a:r>
          </a:p>
          <a:p>
            <a:pPr marL="101600" indent="-101600"/>
            <a:r>
              <a:rPr lang="en-US" altLang="zh-TW">
                <a:latin typeface="Arial" panose="020B0604020202020204" pitchFamily="34" charset="0"/>
                <a:ea typeface="新細明體" panose="02020500000000000000" pitchFamily="18" charset="-120"/>
              </a:rPr>
              <a:t>Name servers provide the information regarding machine (by IP address), user names (by user ids), and group name (by group ids).</a:t>
            </a:r>
          </a:p>
          <a:p>
            <a:pPr marL="101600" indent="-101600"/>
            <a:r>
              <a:rPr lang="en-US" altLang="zh-TW">
                <a:latin typeface="Arial" panose="020B0604020202020204" pitchFamily="34" charset="0"/>
                <a:ea typeface="新細明體" panose="02020500000000000000" pitchFamily="18" charset="-120"/>
              </a:rPr>
              <a:t>Local area networks can be connected together to form Intranets.</a:t>
            </a:r>
          </a:p>
        </p:txBody>
      </p:sp>
      <p:sp>
        <p:nvSpPr>
          <p:cNvPr id="30722" name="Rectangle 3">
            <a:extLst>
              <a:ext uri="{FF2B5EF4-FFF2-40B4-BE49-F238E27FC236}">
                <a16:creationId xmlns:a16="http://schemas.microsoft.com/office/drawing/2014/main" id="{36D252B1-64B4-497B-A4B8-99339A0FB838}"/>
              </a:ext>
            </a:extLst>
          </p:cNvPr>
          <p:cNvSpPr>
            <a:spLocks noChangeArrowheads="1" noTextEdit="1"/>
          </p:cNvSpPr>
          <p:nvPr>
            <p:ph type="sldImg"/>
          </p:nvPr>
        </p:nvSpPr>
        <p:spPr>
          <a:xfrm>
            <a:off x="1095375" y="523875"/>
            <a:ext cx="4692650" cy="3249613"/>
          </a:xfrm>
          <a:ln cap="fla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35902052-2FE1-40EE-88DB-8FCAD90BE32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Different client applications want to access and update shared data in a database.</a:t>
            </a:r>
          </a:p>
          <a:p>
            <a:pPr marL="101600" indent="-101600"/>
            <a:r>
              <a:rPr lang="en-US" altLang="zh-TW">
                <a:latin typeface="Arial" panose="020B0604020202020204" pitchFamily="34" charset="0"/>
                <a:ea typeface="新細明體" panose="02020500000000000000" pitchFamily="18" charset="-120"/>
              </a:rPr>
              <a:t>Client applications might be banking systems, real-estate agencies, airline-ticket reservation systems accessing data like balances of bank accounts, details of property that are for sale or to let, or airfares and aircraft reservation data.</a:t>
            </a:r>
          </a:p>
          <a:p>
            <a:pPr marL="101600" indent="-101600"/>
            <a:r>
              <a:rPr lang="en-US" altLang="zh-TW">
                <a:latin typeface="Arial" panose="020B0604020202020204" pitchFamily="34" charset="0"/>
                <a:ea typeface="新細明體" panose="02020500000000000000" pitchFamily="18" charset="-120"/>
              </a:rPr>
              <a:t>The database is physically distributed over several processors to take advantage of local data accesses for increased performance of client applications.</a:t>
            </a:r>
          </a:p>
          <a:p>
            <a:pPr marL="101600" indent="-101600"/>
            <a:r>
              <a:rPr lang="en-US" altLang="zh-TW">
                <a:latin typeface="Arial" panose="020B0604020202020204" pitchFamily="34" charset="0"/>
                <a:ea typeface="新細明體" panose="02020500000000000000" pitchFamily="18" charset="-120"/>
              </a:rPr>
              <a:t>Data may be replicated to reduce the impact of failures of a processor and/or the network.</a:t>
            </a:r>
          </a:p>
          <a:p>
            <a:pPr marL="101600" indent="-101600"/>
            <a:r>
              <a:rPr lang="en-US" altLang="zh-TW">
                <a:latin typeface="Arial" panose="020B0604020202020204" pitchFamily="34" charset="0"/>
                <a:ea typeface="新細明體" panose="02020500000000000000" pitchFamily="18" charset="-120"/>
              </a:rPr>
              <a:t>Each processor runs a database monitor that implements the mapping between the database seen by clients and the physical database stored on the different processors.</a:t>
            </a:r>
          </a:p>
          <a:p>
            <a:pPr marL="101600" indent="-101600"/>
            <a:r>
              <a:rPr lang="en-US" altLang="zh-TW">
                <a:latin typeface="Arial" panose="020B0604020202020204" pitchFamily="34" charset="0"/>
                <a:ea typeface="新細明體" panose="02020500000000000000" pitchFamily="18" charset="-120"/>
              </a:rPr>
              <a:t>Database monitors have to cooperate with each other to implement client accesses to remote data, updates of replicated data and concurrency control.</a:t>
            </a:r>
          </a:p>
          <a:p>
            <a:pPr marL="101600" indent="-101600"/>
            <a:r>
              <a:rPr lang="en-US" altLang="zh-TW">
                <a:latin typeface="Arial" panose="020B0604020202020204" pitchFamily="34" charset="0"/>
                <a:ea typeface="新細明體" panose="02020500000000000000" pitchFamily="18" charset="-120"/>
              </a:rPr>
              <a:t>The physical distribution of data is therefore transparent to clients. </a:t>
            </a:r>
          </a:p>
        </p:txBody>
      </p:sp>
      <p:sp>
        <p:nvSpPr>
          <p:cNvPr id="32770" name="Rectangle 3">
            <a:extLst>
              <a:ext uri="{FF2B5EF4-FFF2-40B4-BE49-F238E27FC236}">
                <a16:creationId xmlns:a16="http://schemas.microsoft.com/office/drawing/2014/main" id="{689EE3F7-D53F-4F66-9DE0-C33A7CB3208A}"/>
              </a:ext>
            </a:extLst>
          </p:cNvPr>
          <p:cNvSpPr>
            <a:spLocks noChangeArrowheads="1" noTextEdit="1"/>
          </p:cNvSpPr>
          <p:nvPr>
            <p:ph type="sldImg"/>
          </p:nvPr>
        </p:nvSpPr>
        <p:spPr>
          <a:xfrm>
            <a:off x="1095375" y="523875"/>
            <a:ext cx="4692650" cy="3249613"/>
          </a:xfrm>
          <a:ln cap="flat"/>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B2D3C911-415E-4317-BA17-3CD6283514E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An automatic teller machine network enables bank customers to withdraw cash from their bank account.</a:t>
            </a:r>
          </a:p>
          <a:p>
            <a:pPr marL="101600" indent="-101600"/>
            <a:r>
              <a:rPr lang="en-US" altLang="zh-TW">
                <a:latin typeface="Arial" panose="020B0604020202020204" pitchFamily="34" charset="0"/>
                <a:ea typeface="新細明體" panose="02020500000000000000" pitchFamily="18" charset="-120"/>
              </a:rPr>
              <a:t>Banks and building societies maintain large networks of teller machines.</a:t>
            </a:r>
          </a:p>
          <a:p>
            <a:pPr marL="101600" indent="-101600"/>
            <a:r>
              <a:rPr lang="en-US" altLang="zh-TW">
                <a:latin typeface="Arial" panose="020B0604020202020204" pitchFamily="34" charset="0"/>
                <a:ea typeface="新細明體" panose="02020500000000000000" pitchFamily="18" charset="-120"/>
              </a:rPr>
              <a:t>Customer have high security, privacy and reliability requirements.</a:t>
            </a:r>
          </a:p>
          <a:p>
            <a:pPr marL="101600" indent="-101600"/>
            <a:r>
              <a:rPr lang="en-US" altLang="zh-TW">
                <a:latin typeface="Arial" panose="020B0604020202020204" pitchFamily="34" charset="0"/>
                <a:ea typeface="新細明體" panose="02020500000000000000" pitchFamily="18" charset="-120"/>
              </a:rPr>
              <a:t>Customers may want to withdraw cash from their account through a ´foreign´ teller machine.</a:t>
            </a:r>
          </a:p>
          <a:p>
            <a:pPr marL="101600" indent="-101600"/>
            <a:r>
              <a:rPr lang="en-US" altLang="zh-TW">
                <a:latin typeface="Arial" panose="020B0604020202020204" pitchFamily="34" charset="0"/>
                <a:ea typeface="新細明體" panose="02020500000000000000" pitchFamily="18" charset="-120"/>
              </a:rPr>
              <a:t>A front-end computer controls one or several tellers. It </a:t>
            </a:r>
          </a:p>
          <a:p>
            <a:pPr marL="571500" lvl="1" indent="-114300">
              <a:buFont typeface="Arial" panose="020B0604020202020204" pitchFamily="34" charset="0"/>
              <a:buChar char="–"/>
            </a:pPr>
            <a:r>
              <a:rPr lang="en-US" altLang="zh-TW">
                <a:latin typeface="Arial" panose="020B0604020202020204" pitchFamily="34" charset="0"/>
                <a:ea typeface="新細明體" panose="02020500000000000000" pitchFamily="18" charset="-120"/>
              </a:rPr>
              <a:t>transfers withdrawal  requests to the computer of the account holder´s bank,</a:t>
            </a:r>
          </a:p>
          <a:p>
            <a:pPr marL="571500" lvl="1" indent="-114300">
              <a:buFont typeface="Arial" panose="020B0604020202020204" pitchFamily="34" charset="0"/>
              <a:buChar char="–"/>
            </a:pPr>
            <a:r>
              <a:rPr lang="en-US" altLang="zh-TW">
                <a:latin typeface="Arial" panose="020B0604020202020204" pitchFamily="34" charset="0"/>
                <a:ea typeface="新細明體" panose="02020500000000000000" pitchFamily="18" charset="-120"/>
              </a:rPr>
              <a:t>awaits the bank granting the request, and</a:t>
            </a:r>
          </a:p>
          <a:p>
            <a:pPr marL="571500" lvl="1" indent="-114300">
              <a:buFont typeface="Arial" panose="020B0604020202020204" pitchFamily="34" charset="0"/>
              <a:buChar char="–"/>
            </a:pPr>
            <a:r>
              <a:rPr lang="en-US" altLang="zh-TW">
                <a:latin typeface="Arial" panose="020B0604020202020204" pitchFamily="34" charset="0"/>
                <a:ea typeface="新細明體" panose="02020500000000000000" pitchFamily="18" charset="-120"/>
              </a:rPr>
              <a:t>therefore has to be interoperable with heterogeneous computer systems (Hang Seng Bank may have different account management systems than HongKong Bank and Bank of China).</a:t>
            </a:r>
          </a:p>
          <a:p>
            <a:pPr marL="101600" indent="-101600"/>
            <a:r>
              <a:rPr lang="en-US" altLang="zh-TW">
                <a:latin typeface="Arial" panose="020B0604020202020204" pitchFamily="34" charset="0"/>
                <a:ea typeface="新細明體" panose="02020500000000000000" pitchFamily="18" charset="-120"/>
              </a:rPr>
              <a:t>Each bank has fault-tolerant systems to quickly recover from failures of their account holding computers. An example is the ´Hot standby´ computer which maintains a copy of the account database and can replace the main computer within seconds.</a:t>
            </a:r>
          </a:p>
        </p:txBody>
      </p:sp>
      <p:sp>
        <p:nvSpPr>
          <p:cNvPr id="34818" name="Rectangle 3">
            <a:extLst>
              <a:ext uri="{FF2B5EF4-FFF2-40B4-BE49-F238E27FC236}">
                <a16:creationId xmlns:a16="http://schemas.microsoft.com/office/drawing/2014/main" id="{81A5056B-43D1-42F2-BB00-A801FEE66B6C}"/>
              </a:ext>
            </a:extLst>
          </p:cNvPr>
          <p:cNvSpPr>
            <a:spLocks noChangeArrowheads="1" noTextEdit="1"/>
          </p:cNvSpPr>
          <p:nvPr>
            <p:ph type="sldImg"/>
          </p:nvPr>
        </p:nvSpPr>
        <p:spPr>
          <a:xfrm>
            <a:off x="1095375" y="523875"/>
            <a:ext cx="4692650" cy="3249613"/>
          </a:xfrm>
          <a:ln cap="flat"/>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67AF668C-829C-4090-A8C7-8F792258818B}"/>
              </a:ext>
            </a:extLst>
          </p:cNvPr>
          <p:cNvSpPr>
            <a:spLocks noChangeArrowheads="1" noTextEdit="1"/>
          </p:cNvSpPr>
          <p:nvPr>
            <p:ph type="sldImg"/>
          </p:nvPr>
        </p:nvSpPr>
        <p:spPr>
          <a:xfrm>
            <a:off x="1095375" y="523875"/>
            <a:ext cx="4692650" cy="3249613"/>
          </a:xfrm>
          <a:ln/>
        </p:spPr>
      </p:sp>
      <p:sp>
        <p:nvSpPr>
          <p:cNvPr id="36866" name="Rectangle 3">
            <a:extLst>
              <a:ext uri="{FF2B5EF4-FFF2-40B4-BE49-F238E27FC236}">
                <a16:creationId xmlns:a16="http://schemas.microsoft.com/office/drawing/2014/main" id="{633C6C36-4F49-43DB-B126-299C79C68EB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ea typeface="新細明體" panose="02020500000000000000" pitchFamily="18" charset="-120"/>
              </a:rPr>
              <a:t>Internet is the largest distributed system in the world.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18F897D9-A707-4701-BF8F-51EDB353C62A}"/>
              </a:ext>
            </a:extLst>
          </p:cNvPr>
          <p:cNvSpPr>
            <a:spLocks noGrp="1" noChangeArrowheads="1"/>
          </p:cNvSpPr>
          <p:nvPr>
            <p:ph type="body" idx="1"/>
          </p:nvPr>
        </p:nvSpPr>
        <p:spPr>
          <a:xfrm>
            <a:off x="915988" y="3954463"/>
            <a:ext cx="5046662" cy="424338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1600" indent="-101600"/>
            <a:r>
              <a:rPr lang="en-US" altLang="zh-TW">
                <a:latin typeface="Arial" panose="020B0604020202020204" pitchFamily="34" charset="0"/>
                <a:ea typeface="新細明體" panose="02020500000000000000" pitchFamily="18" charset="-120"/>
              </a:rPr>
              <a:t>World Wide Web is the largest software application running on Internet.  It becomes the most popular distributed software application ever created.</a:t>
            </a:r>
          </a:p>
        </p:txBody>
      </p:sp>
      <p:sp>
        <p:nvSpPr>
          <p:cNvPr id="38914" name="Rectangle 3">
            <a:extLst>
              <a:ext uri="{FF2B5EF4-FFF2-40B4-BE49-F238E27FC236}">
                <a16:creationId xmlns:a16="http://schemas.microsoft.com/office/drawing/2014/main" id="{14289008-8043-4ED7-95FE-DE7F4174407B}"/>
              </a:ext>
            </a:extLst>
          </p:cNvPr>
          <p:cNvSpPr>
            <a:spLocks noChangeArrowheads="1" noTextEdit="1"/>
          </p:cNvSpPr>
          <p:nvPr>
            <p:ph type="sldImg"/>
          </p:nvPr>
        </p:nvSpPr>
        <p:spPr>
          <a:xfrm>
            <a:off x="1095375" y="523875"/>
            <a:ext cx="4692650" cy="3249613"/>
          </a:xfrm>
          <a:ln cap="flat"/>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F3EE10AF-F8FD-4D17-899D-F3FD2A36A738}"/>
              </a:ext>
            </a:extLst>
          </p:cNvPr>
          <p:cNvSpPr>
            <a:spLocks noChangeArrowheads="1" noTextEdit="1"/>
          </p:cNvSpPr>
          <p:nvPr>
            <p:ph type="sldImg"/>
          </p:nvPr>
        </p:nvSpPr>
        <p:spPr>
          <a:xfrm>
            <a:off x="1095375" y="523875"/>
            <a:ext cx="4692650" cy="3249613"/>
          </a:xfrm>
          <a:ln/>
        </p:spPr>
      </p:sp>
      <p:sp>
        <p:nvSpPr>
          <p:cNvPr id="40962" name="Rectangle 3">
            <a:extLst>
              <a:ext uri="{FF2B5EF4-FFF2-40B4-BE49-F238E27FC236}">
                <a16:creationId xmlns:a16="http://schemas.microsoft.com/office/drawing/2014/main" id="{74CAEA5E-A8BE-4183-841C-79569D87322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sz="1100">
                <a:latin typeface="Arial" panose="020B0604020202020204" pitchFamily="34" charset="0"/>
                <a:ea typeface="新細明體" panose="02020500000000000000" pitchFamily="18" charset="-120"/>
              </a:rPr>
              <a:t>A Web browser is a user interface to the world´s biggest distributed system, the Internet.</a:t>
            </a:r>
          </a:p>
          <a:p>
            <a:r>
              <a:rPr lang="en-US" altLang="zh-TW" sz="1100">
                <a:latin typeface="Arial" panose="020B0604020202020204" pitchFamily="34" charset="0"/>
                <a:ea typeface="新細明體" panose="02020500000000000000" pitchFamily="18" charset="-120"/>
              </a:rPr>
              <a:t>A Web page includes links to other Web pages. These links are specified as URLs.</a:t>
            </a:r>
          </a:p>
          <a:p>
            <a:r>
              <a:rPr lang="en-US" altLang="zh-TW" sz="1100">
                <a:latin typeface="Arial" panose="020B0604020202020204" pitchFamily="34" charset="0"/>
                <a:ea typeface="新細明體" panose="02020500000000000000" pitchFamily="18" charset="-120"/>
              </a:rPr>
              <a:t>An URL is the name of a protocol (ftp, http, etc.), the name of a site (gateway1.cse.cuhk.edu.hk) and the name of a file.</a:t>
            </a:r>
          </a:p>
          <a:p>
            <a:r>
              <a:rPr lang="en-US" altLang="zh-TW" sz="1100">
                <a:latin typeface="Arial" panose="020B0604020202020204" pitchFamily="34" charset="0"/>
                <a:ea typeface="新細明體" panose="02020500000000000000" pitchFamily="18" charset="-120"/>
              </a:rPr>
              <a:t>To follow a link to a remote Web page, your Web browser </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talks to the local name server to resolve the symbolic site name into an IP address (137.189.89.153).</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talks to the http daemon running on that web site and requests the delivery of the Web page addressed by the URL.</a:t>
            </a:r>
          </a:p>
          <a:p>
            <a:r>
              <a:rPr lang="en-US" altLang="zh-TW" sz="1100">
                <a:latin typeface="Arial" panose="020B0604020202020204" pitchFamily="34" charset="0"/>
                <a:ea typeface="新細明體" panose="02020500000000000000" pitchFamily="18" charset="-120"/>
              </a:rPr>
              <a:t>To obtain a file from a remote ftp site, your Web browser</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 resolves the site name with the local name server</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talks to the ftp daemon running on that site and performs an anonymous login.</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switches the daemon into an appropriate transfer mode and </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obtains the file addressed by the file addressed in the URL.</a:t>
            </a:r>
          </a:p>
          <a:p>
            <a:r>
              <a:rPr lang="en-US" altLang="zh-TW" sz="1100">
                <a:latin typeface="Arial" panose="020B0604020202020204" pitchFamily="34" charset="0"/>
                <a:ea typeface="新細明體" panose="02020500000000000000" pitchFamily="18" charset="-120"/>
              </a:rPr>
              <a:t>To send an e-mail, your Web browser </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opens a new dialog window where you can enter the addressee(s) and the e-mail text </a:t>
            </a:r>
          </a:p>
          <a:p>
            <a:pPr marL="622300" lvl="1" indent="-165100">
              <a:buFont typeface="Arial" panose="020B0604020202020204" pitchFamily="34" charset="0"/>
              <a:buChar char="–"/>
            </a:pPr>
            <a:r>
              <a:rPr lang="en-US" altLang="zh-TW" sz="1100">
                <a:latin typeface="Arial" panose="020B0604020202020204" pitchFamily="34" charset="0"/>
                <a:ea typeface="新細明體" panose="02020500000000000000" pitchFamily="18" charset="-120"/>
              </a:rPr>
              <a:t>talks to the local sendmail daemon to have it delivering the e-mail to the sendmail daemons on the sites of your addressees.</a:t>
            </a:r>
          </a:p>
          <a:p>
            <a:pPr>
              <a:buFontTx/>
              <a:buNone/>
            </a:pPr>
            <a:endParaRPr lang="zh-TW" altLang="en-US" sz="1100">
              <a:latin typeface="Arial" panose="020B0604020202020204" pitchFamily="34" charset="0"/>
              <a:ea typeface="新細明體" panose="02020500000000000000" pitchFamily="18" charset="-12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39162198-2B18-4ADA-8937-3A42D3C1BD08}"/>
              </a:ext>
            </a:extLst>
          </p:cNvPr>
          <p:cNvSpPr>
            <a:spLocks noChangeArrowheads="1" noTextEdit="1"/>
          </p:cNvSpPr>
          <p:nvPr>
            <p:ph type="sldImg"/>
          </p:nvPr>
        </p:nvSpPr>
        <p:spPr>
          <a:xfrm>
            <a:off x="1095375" y="523875"/>
            <a:ext cx="4692650" cy="3249613"/>
          </a:xfrm>
          <a:ln/>
        </p:spPr>
      </p:sp>
      <p:sp>
        <p:nvSpPr>
          <p:cNvPr id="43010" name="Rectangle 3">
            <a:extLst>
              <a:ext uri="{FF2B5EF4-FFF2-40B4-BE49-F238E27FC236}">
                <a16:creationId xmlns:a16="http://schemas.microsoft.com/office/drawing/2014/main" id="{8CF4197A-05B2-4244-83F8-8FFD21AF40A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latin typeface="Arial" panose="020B0604020202020204" pitchFamily="34" charset="0"/>
                <a:ea typeface="新細明體" panose="02020500000000000000" pitchFamily="18" charset="-120"/>
              </a:rPr>
              <a:t>Mobile and ubiquitous computer extend the access of Internet and distributed system architecture from wire-line connections to wireless connections.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E6919021-D5E1-4A37-9D3E-A8DA71A518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defRPr sz="2400" b="1">
                <a:solidFill>
                  <a:schemeClr val="tx1"/>
                </a:solidFill>
                <a:latin typeface="Arial" panose="020B0604020202020204" pitchFamily="34" charset="0"/>
                <a:ea typeface="ＭＳ Ｐゴシック" panose="020B0600070205080204" pitchFamily="34" charset="-128"/>
              </a:defRPr>
            </a:lvl1pPr>
            <a:lvl2pPr marL="742950" indent="-285750" defTabSz="922338">
              <a:defRPr sz="2400" b="1">
                <a:solidFill>
                  <a:schemeClr val="tx1"/>
                </a:solidFill>
                <a:latin typeface="Arial" panose="020B0604020202020204" pitchFamily="34" charset="0"/>
                <a:ea typeface="ＭＳ Ｐゴシック" panose="020B0600070205080204" pitchFamily="34" charset="-128"/>
              </a:defRPr>
            </a:lvl2pPr>
            <a:lvl3pPr marL="1143000" indent="-228600" defTabSz="922338">
              <a:defRPr sz="2400" b="1">
                <a:solidFill>
                  <a:schemeClr val="tx1"/>
                </a:solidFill>
                <a:latin typeface="Arial" panose="020B0604020202020204" pitchFamily="34" charset="0"/>
                <a:ea typeface="ＭＳ Ｐゴシック" panose="020B0600070205080204" pitchFamily="34" charset="-128"/>
              </a:defRPr>
            </a:lvl3pPr>
            <a:lvl4pPr marL="1600200" indent="-228600" defTabSz="922338">
              <a:defRPr sz="2400" b="1">
                <a:solidFill>
                  <a:schemeClr val="tx1"/>
                </a:solidFill>
                <a:latin typeface="Arial" panose="020B0604020202020204" pitchFamily="34" charset="0"/>
                <a:ea typeface="ＭＳ Ｐゴシック" panose="020B0600070205080204" pitchFamily="34" charset="-128"/>
              </a:defRPr>
            </a:lvl4pPr>
            <a:lvl5pPr marL="2057400" indent="-228600" defTabSz="922338">
              <a:defRPr sz="2400" b="1">
                <a:solidFill>
                  <a:schemeClr val="tx1"/>
                </a:solidFill>
                <a:latin typeface="Arial" panose="020B0604020202020204" pitchFamily="34" charset="0"/>
                <a:ea typeface="ＭＳ Ｐゴシック" panose="020B0600070205080204" pitchFamily="34" charset="-128"/>
              </a:defRPr>
            </a:lvl5pPr>
            <a:lvl6pPr marL="25146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223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3F7AA109-FA0F-4CA8-A84B-01C9F8DFE6C8}" type="slidenum">
              <a:rPr lang="en-US" altLang="en-US" sz="1200" b="0"/>
              <a:pPr/>
              <a:t>29</a:t>
            </a:fld>
            <a:endParaRPr lang="en-US" altLang="en-US" sz="1200" b="0"/>
          </a:p>
        </p:txBody>
      </p:sp>
      <p:sp>
        <p:nvSpPr>
          <p:cNvPr id="78851" name="Rectangle 2">
            <a:extLst>
              <a:ext uri="{FF2B5EF4-FFF2-40B4-BE49-F238E27FC236}">
                <a16:creationId xmlns:a16="http://schemas.microsoft.com/office/drawing/2014/main" id="{B4FA3D6E-968C-4F3A-873E-7F36893146EF}"/>
              </a:ext>
            </a:extLst>
          </p:cNvPr>
          <p:cNvSpPr>
            <a:spLocks noChangeArrowheads="1" noTextEdit="1"/>
          </p:cNvSpPr>
          <p:nvPr>
            <p:ph type="sldImg"/>
          </p:nvPr>
        </p:nvSpPr>
        <p:spPr>
          <a:ln/>
        </p:spPr>
      </p:sp>
      <p:sp>
        <p:nvSpPr>
          <p:cNvPr id="78852" name="Rectangle 3">
            <a:extLst>
              <a:ext uri="{FF2B5EF4-FFF2-40B4-BE49-F238E27FC236}">
                <a16:creationId xmlns:a16="http://schemas.microsoft.com/office/drawing/2014/main" id="{0C9DF4C0-DD8B-4425-A35A-F568A5C0BC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C5763041-2E5F-4810-8C5F-EBD1DE9955B4}"/>
              </a:ext>
            </a:extLst>
          </p:cNvPr>
          <p:cNvSpPr>
            <a:spLocks noChangeArrowheads="1"/>
          </p:cNvSpPr>
          <p:nvPr/>
        </p:nvSpPr>
        <p:spPr bwMode="auto">
          <a:xfrm>
            <a:off x="685800" y="2393950"/>
            <a:ext cx="7772400" cy="109538"/>
          </a:xfrm>
          <a:custGeom>
            <a:avLst/>
            <a:gdLst>
              <a:gd name="G0" fmla="+- 618 0 0"/>
            </a:gdLst>
            <a:ahLst/>
            <a:cxnLst>
              <a:cxn ang="0">
                <a:pos x="0" y="0"/>
              </a:cxn>
              <a:cxn ang="0">
                <a:pos x="618" y="0"/>
              </a:cxn>
              <a:cxn ang="0">
                <a:pos x="618" y="1000"/>
              </a:cxn>
              <a:cxn ang="0">
                <a:pos x="0" y="1000"/>
              </a:cxn>
              <a:cxn ang="0">
                <a:pos x="0" y="0"/>
              </a:cxn>
              <a:cxn ang="0">
                <a:pos x="1000" y="0"/>
              </a:cxn>
            </a:cxnLst>
            <a:rect l="0" t="0" r="r" b="b"/>
            <a:pathLst>
              <a:path w="1000" h="1000" stroke="0">
                <a:moveTo>
                  <a:pt x="0" y="0"/>
                </a:moveTo>
                <a:lnTo>
                  <a:pt x="618" y="0"/>
                </a:lnTo>
                <a:lnTo>
                  <a:pt x="618" y="1000"/>
                </a:lnTo>
                <a:lnTo>
                  <a:pt x="0" y="100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eaLnBrk="1" hangingPunct="1">
              <a:defRPr/>
            </a:pPr>
            <a:endParaRPr lang="en-US" b="0">
              <a:latin typeface="Times New Roman" charset="0"/>
              <a:ea typeface="ＭＳ Ｐゴシック" charset="-128"/>
            </a:endParaRPr>
          </a:p>
        </p:txBody>
      </p:sp>
      <p:sp>
        <p:nvSpPr>
          <p:cNvPr id="4098" name="Rectangle 2"/>
          <p:cNvSpPr>
            <a:spLocks noGrp="1" noChangeArrowheads="1"/>
          </p:cNvSpPr>
          <p:nvPr>
            <p:ph type="ctrTitle"/>
          </p:nvPr>
        </p:nvSpPr>
        <p:spPr>
          <a:xfrm>
            <a:off x="685800" y="990600"/>
            <a:ext cx="7772400" cy="1371600"/>
          </a:xfrm>
        </p:spPr>
        <p:txBody>
          <a:bodyPr/>
          <a:lstStyle>
            <a:lvl1pPr>
              <a:defRPr sz="4000"/>
            </a:lvl1pPr>
          </a:lstStyle>
          <a:p>
            <a:r>
              <a:rPr lang="en-US"/>
              <a:t>Click to edit Master title style</a:t>
            </a:r>
          </a:p>
        </p:txBody>
      </p:sp>
      <p:sp>
        <p:nvSpPr>
          <p:cNvPr id="4099" name="Rectangle 3"/>
          <p:cNvSpPr>
            <a:spLocks noGrp="1" noChangeArrowheads="1"/>
          </p:cNvSpPr>
          <p:nvPr>
            <p:ph type="subTitle" idx="1"/>
          </p:nvPr>
        </p:nvSpPr>
        <p:spPr>
          <a:xfrm>
            <a:off x="1447800" y="3429000"/>
            <a:ext cx="7010400" cy="1600200"/>
          </a:xfrm>
        </p:spPr>
        <p:txBody>
          <a:bodyPr/>
          <a:lstStyle>
            <a:lvl1pPr marL="0" indent="0">
              <a:buFont typeface="Wingdings" charset="2"/>
              <a:buNone/>
              <a:defRPr sz="2800"/>
            </a:lvl1pPr>
          </a:lstStyle>
          <a:p>
            <a:r>
              <a:rPr lang="en-US"/>
              <a:t>Click to edit Master subtitle style</a:t>
            </a:r>
          </a:p>
        </p:txBody>
      </p:sp>
      <p:sp>
        <p:nvSpPr>
          <p:cNvPr id="5" name="Date Placeholder 4">
            <a:extLst>
              <a:ext uri="{FF2B5EF4-FFF2-40B4-BE49-F238E27FC236}">
                <a16:creationId xmlns:a16="http://schemas.microsoft.com/office/drawing/2014/main" id="{C5A655E3-024A-4B08-B86C-12B27A189B8A}"/>
              </a:ext>
            </a:extLst>
          </p:cNvPr>
          <p:cNvSpPr>
            <a:spLocks noGrp="1" noChangeArrowheads="1"/>
          </p:cNvSpPr>
          <p:nvPr>
            <p:ph type="dt" sz="half" idx="10"/>
          </p:nvPr>
        </p:nvSpPr>
        <p:spPr>
          <a:xfrm>
            <a:off x="685800" y="6248400"/>
            <a:ext cx="1905000" cy="457200"/>
          </a:xfrm>
        </p:spPr>
        <p:txBody>
          <a:bodyPr/>
          <a:lstStyle>
            <a:lvl1pPr>
              <a:defRPr smtClean="0"/>
            </a:lvl1pPr>
          </a:lstStyle>
          <a:p>
            <a:pPr>
              <a:defRPr/>
            </a:pPr>
            <a:endParaRPr lang="en-US"/>
          </a:p>
        </p:txBody>
      </p:sp>
      <p:sp>
        <p:nvSpPr>
          <p:cNvPr id="6" name="Footer Placeholder 5">
            <a:extLst>
              <a:ext uri="{FF2B5EF4-FFF2-40B4-BE49-F238E27FC236}">
                <a16:creationId xmlns:a16="http://schemas.microsoft.com/office/drawing/2014/main" id="{B9FCE27E-B489-42B3-8BBE-77AE9B6DD82A}"/>
              </a:ext>
            </a:extLst>
          </p:cNvPr>
          <p:cNvSpPr>
            <a:spLocks noGrp="1" noChangeArrowheads="1"/>
          </p:cNvSpPr>
          <p:nvPr>
            <p:ph type="ftr" sz="quarter" idx="11"/>
          </p:nvPr>
        </p:nvSpPr>
        <p:spPr>
          <a:xfrm>
            <a:off x="3124200" y="6248400"/>
            <a:ext cx="2895600" cy="457200"/>
          </a:xfrm>
        </p:spPr>
        <p:txBody>
          <a:bodyPr/>
          <a:lstStyle>
            <a:lvl1pPr>
              <a:defRPr smtClean="0"/>
            </a:lvl1pPr>
          </a:lstStyle>
          <a:p>
            <a:pPr>
              <a:defRPr/>
            </a:pPr>
            <a:endParaRPr lang="en-US"/>
          </a:p>
        </p:txBody>
      </p:sp>
      <p:sp>
        <p:nvSpPr>
          <p:cNvPr id="7" name="Slide Number Placeholder 6">
            <a:extLst>
              <a:ext uri="{FF2B5EF4-FFF2-40B4-BE49-F238E27FC236}">
                <a16:creationId xmlns:a16="http://schemas.microsoft.com/office/drawing/2014/main" id="{69F231D6-F3A7-4EB4-BEE5-CA4E75E3385C}"/>
              </a:ext>
            </a:extLst>
          </p:cNvPr>
          <p:cNvSpPr>
            <a:spLocks noGrp="1" noChangeArrowheads="1"/>
          </p:cNvSpPr>
          <p:nvPr>
            <p:ph type="sldNum" sz="quarter" idx="12"/>
          </p:nvPr>
        </p:nvSpPr>
        <p:spPr>
          <a:xfrm>
            <a:off x="6553200" y="6248400"/>
            <a:ext cx="1905000" cy="457200"/>
          </a:xfrm>
        </p:spPr>
        <p:txBody>
          <a:bodyPr/>
          <a:lstStyle>
            <a:lvl1pPr>
              <a:defRPr/>
            </a:lvl1pPr>
          </a:lstStyle>
          <a:p>
            <a:fld id="{90B426E0-7F09-4FEC-BB9D-96700539DF35}" type="slidenum">
              <a:rPr lang="en-US" altLang="en-US"/>
              <a:pPr/>
              <a:t>‹#›</a:t>
            </a:fld>
            <a:endParaRPr lang="en-US" altLang="en-US"/>
          </a:p>
        </p:txBody>
      </p:sp>
    </p:spTree>
    <p:extLst>
      <p:ext uri="{BB962C8B-B14F-4D97-AF65-F5344CB8AC3E}">
        <p14:creationId xmlns:p14="http://schemas.microsoft.com/office/powerpoint/2010/main" val="3497290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CE7F2CBA-F3ED-439A-B403-5BDC9DDA3B1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F6867E90-B160-4640-BB72-C75D7D58245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8">
            <a:extLst>
              <a:ext uri="{FF2B5EF4-FFF2-40B4-BE49-F238E27FC236}">
                <a16:creationId xmlns:a16="http://schemas.microsoft.com/office/drawing/2014/main" id="{B2AB8895-5937-4F8D-B79C-651F9302A48D}"/>
              </a:ext>
            </a:extLst>
          </p:cNvPr>
          <p:cNvSpPr>
            <a:spLocks noGrp="1" noChangeArrowheads="1"/>
          </p:cNvSpPr>
          <p:nvPr>
            <p:ph type="sldNum" sz="quarter" idx="12"/>
          </p:nvPr>
        </p:nvSpPr>
        <p:spPr>
          <a:ln/>
        </p:spPr>
        <p:txBody>
          <a:bodyPr/>
          <a:lstStyle>
            <a:lvl1pPr>
              <a:defRPr/>
            </a:lvl1pPr>
          </a:lstStyle>
          <a:p>
            <a:fld id="{063114CA-A0B7-4D6F-9CF1-4EC5663260AB}" type="slidenum">
              <a:rPr lang="en-US" altLang="en-US"/>
              <a:pPr/>
              <a:t>‹#›</a:t>
            </a:fld>
            <a:endParaRPr lang="en-US" altLang="en-US"/>
          </a:p>
        </p:txBody>
      </p:sp>
    </p:spTree>
    <p:extLst>
      <p:ext uri="{BB962C8B-B14F-4D97-AF65-F5344CB8AC3E}">
        <p14:creationId xmlns:p14="http://schemas.microsoft.com/office/powerpoint/2010/main" val="3483216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99B29A3A-BBD1-4284-9B36-12CBBCC01C0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52136839-3990-4C46-86BE-96DA1ADE479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8">
            <a:extLst>
              <a:ext uri="{FF2B5EF4-FFF2-40B4-BE49-F238E27FC236}">
                <a16:creationId xmlns:a16="http://schemas.microsoft.com/office/drawing/2014/main" id="{EBF45009-999B-40B0-8C9A-8022E3A519DB}"/>
              </a:ext>
            </a:extLst>
          </p:cNvPr>
          <p:cNvSpPr>
            <a:spLocks noGrp="1" noChangeArrowheads="1"/>
          </p:cNvSpPr>
          <p:nvPr>
            <p:ph type="sldNum" sz="quarter" idx="12"/>
          </p:nvPr>
        </p:nvSpPr>
        <p:spPr>
          <a:ln/>
        </p:spPr>
        <p:txBody>
          <a:bodyPr/>
          <a:lstStyle>
            <a:lvl1pPr>
              <a:defRPr/>
            </a:lvl1pPr>
          </a:lstStyle>
          <a:p>
            <a:fld id="{E2ABAD19-6FCA-4D96-B541-ECDA72E79F9F}" type="slidenum">
              <a:rPr lang="en-US" altLang="en-US"/>
              <a:pPr/>
              <a:t>‹#›</a:t>
            </a:fld>
            <a:endParaRPr lang="en-US" altLang="en-US"/>
          </a:p>
        </p:txBody>
      </p:sp>
    </p:spTree>
    <p:extLst>
      <p:ext uri="{BB962C8B-B14F-4D97-AF65-F5344CB8AC3E}">
        <p14:creationId xmlns:p14="http://schemas.microsoft.com/office/powerpoint/2010/main" val="570612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D41CE540-6FFA-4A8A-9541-983F2F04027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6223A5FB-E304-4FA6-A23C-F26836E7945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8">
            <a:extLst>
              <a:ext uri="{FF2B5EF4-FFF2-40B4-BE49-F238E27FC236}">
                <a16:creationId xmlns:a16="http://schemas.microsoft.com/office/drawing/2014/main" id="{728DB44B-DD59-42A0-8098-2872D401ADE0}"/>
              </a:ext>
            </a:extLst>
          </p:cNvPr>
          <p:cNvSpPr>
            <a:spLocks noGrp="1" noChangeArrowheads="1"/>
          </p:cNvSpPr>
          <p:nvPr>
            <p:ph type="sldNum" sz="quarter" idx="12"/>
          </p:nvPr>
        </p:nvSpPr>
        <p:spPr>
          <a:ln/>
        </p:spPr>
        <p:txBody>
          <a:bodyPr/>
          <a:lstStyle>
            <a:lvl1pPr>
              <a:defRPr/>
            </a:lvl1pPr>
          </a:lstStyle>
          <a:p>
            <a:fld id="{44F2CFAB-6031-4218-9D56-F7931AC16356}" type="slidenum">
              <a:rPr lang="en-US" altLang="en-US"/>
              <a:pPr/>
              <a:t>‹#›</a:t>
            </a:fld>
            <a:endParaRPr lang="en-US" altLang="en-US"/>
          </a:p>
        </p:txBody>
      </p:sp>
    </p:spTree>
    <p:extLst>
      <p:ext uri="{BB962C8B-B14F-4D97-AF65-F5344CB8AC3E}">
        <p14:creationId xmlns:p14="http://schemas.microsoft.com/office/powerpoint/2010/main" val="668986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C4C877D8-8C9B-4E9B-BEF4-8321B7FD472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7">
            <a:extLst>
              <a:ext uri="{FF2B5EF4-FFF2-40B4-BE49-F238E27FC236}">
                <a16:creationId xmlns:a16="http://schemas.microsoft.com/office/drawing/2014/main" id="{57639D5F-7A01-4B6B-A5DD-6E5DB8FDCEE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8">
            <a:extLst>
              <a:ext uri="{FF2B5EF4-FFF2-40B4-BE49-F238E27FC236}">
                <a16:creationId xmlns:a16="http://schemas.microsoft.com/office/drawing/2014/main" id="{B49F94D5-E4A8-4280-86C8-6950FD54647B}"/>
              </a:ext>
            </a:extLst>
          </p:cNvPr>
          <p:cNvSpPr>
            <a:spLocks noGrp="1" noChangeArrowheads="1"/>
          </p:cNvSpPr>
          <p:nvPr>
            <p:ph type="sldNum" sz="quarter" idx="12"/>
          </p:nvPr>
        </p:nvSpPr>
        <p:spPr>
          <a:ln/>
        </p:spPr>
        <p:txBody>
          <a:bodyPr/>
          <a:lstStyle>
            <a:lvl1pPr>
              <a:defRPr/>
            </a:lvl1pPr>
          </a:lstStyle>
          <a:p>
            <a:fld id="{14761970-BDE4-4457-889D-1ED0B4E84086}" type="slidenum">
              <a:rPr lang="en-US" altLang="en-US"/>
              <a:pPr/>
              <a:t>‹#›</a:t>
            </a:fld>
            <a:endParaRPr lang="en-US" altLang="en-US"/>
          </a:p>
        </p:txBody>
      </p:sp>
    </p:spTree>
    <p:extLst>
      <p:ext uri="{BB962C8B-B14F-4D97-AF65-F5344CB8AC3E}">
        <p14:creationId xmlns:p14="http://schemas.microsoft.com/office/powerpoint/2010/main" val="28281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98ABB1FA-CAC5-46FD-BB13-D2881B9323A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7">
            <a:extLst>
              <a:ext uri="{FF2B5EF4-FFF2-40B4-BE49-F238E27FC236}">
                <a16:creationId xmlns:a16="http://schemas.microsoft.com/office/drawing/2014/main" id="{20500B8F-3EE8-46AD-8472-17C4BDAB6F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8">
            <a:extLst>
              <a:ext uri="{FF2B5EF4-FFF2-40B4-BE49-F238E27FC236}">
                <a16:creationId xmlns:a16="http://schemas.microsoft.com/office/drawing/2014/main" id="{4355419B-0982-44E4-AB1D-F84C36B10DE1}"/>
              </a:ext>
            </a:extLst>
          </p:cNvPr>
          <p:cNvSpPr>
            <a:spLocks noGrp="1" noChangeArrowheads="1"/>
          </p:cNvSpPr>
          <p:nvPr>
            <p:ph type="sldNum" sz="quarter" idx="12"/>
          </p:nvPr>
        </p:nvSpPr>
        <p:spPr>
          <a:ln/>
        </p:spPr>
        <p:txBody>
          <a:bodyPr/>
          <a:lstStyle>
            <a:lvl1pPr>
              <a:defRPr/>
            </a:lvl1pPr>
          </a:lstStyle>
          <a:p>
            <a:fld id="{1134DD7F-41CD-4A74-AD9D-847746F9FF27}" type="slidenum">
              <a:rPr lang="en-US" altLang="en-US"/>
              <a:pPr/>
              <a:t>‹#›</a:t>
            </a:fld>
            <a:endParaRPr lang="en-US" altLang="en-US"/>
          </a:p>
        </p:txBody>
      </p:sp>
    </p:spTree>
    <p:extLst>
      <p:ext uri="{BB962C8B-B14F-4D97-AF65-F5344CB8AC3E}">
        <p14:creationId xmlns:p14="http://schemas.microsoft.com/office/powerpoint/2010/main" val="1962068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6FD6FB71-AF2C-4335-9860-98C993723A2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7">
            <a:extLst>
              <a:ext uri="{FF2B5EF4-FFF2-40B4-BE49-F238E27FC236}">
                <a16:creationId xmlns:a16="http://schemas.microsoft.com/office/drawing/2014/main" id="{BDDE7B89-2478-40E3-994D-56675B0708E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8">
            <a:extLst>
              <a:ext uri="{FF2B5EF4-FFF2-40B4-BE49-F238E27FC236}">
                <a16:creationId xmlns:a16="http://schemas.microsoft.com/office/drawing/2014/main" id="{0AAAAAD8-1BF8-4394-969D-2E74DB45A20D}"/>
              </a:ext>
            </a:extLst>
          </p:cNvPr>
          <p:cNvSpPr>
            <a:spLocks noGrp="1" noChangeArrowheads="1"/>
          </p:cNvSpPr>
          <p:nvPr>
            <p:ph type="sldNum" sz="quarter" idx="12"/>
          </p:nvPr>
        </p:nvSpPr>
        <p:spPr>
          <a:ln/>
        </p:spPr>
        <p:txBody>
          <a:bodyPr/>
          <a:lstStyle>
            <a:lvl1pPr>
              <a:defRPr/>
            </a:lvl1pPr>
          </a:lstStyle>
          <a:p>
            <a:fld id="{CE1686B4-7B54-43AE-B8EF-4ED2BD398A41}" type="slidenum">
              <a:rPr lang="en-US" altLang="en-US"/>
              <a:pPr/>
              <a:t>‹#›</a:t>
            </a:fld>
            <a:endParaRPr lang="en-US" altLang="en-US"/>
          </a:p>
        </p:txBody>
      </p:sp>
    </p:spTree>
    <p:extLst>
      <p:ext uri="{BB962C8B-B14F-4D97-AF65-F5344CB8AC3E}">
        <p14:creationId xmlns:p14="http://schemas.microsoft.com/office/powerpoint/2010/main" val="3536608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DBFD0202-B848-4079-A823-04C4C075EA1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78EA4E58-C804-40FB-B223-B77ABC5774F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8">
            <a:extLst>
              <a:ext uri="{FF2B5EF4-FFF2-40B4-BE49-F238E27FC236}">
                <a16:creationId xmlns:a16="http://schemas.microsoft.com/office/drawing/2014/main" id="{797C5947-3BA8-49B8-A51F-49E38BAC1B86}"/>
              </a:ext>
            </a:extLst>
          </p:cNvPr>
          <p:cNvSpPr>
            <a:spLocks noGrp="1" noChangeArrowheads="1"/>
          </p:cNvSpPr>
          <p:nvPr>
            <p:ph type="sldNum" sz="quarter" idx="12"/>
          </p:nvPr>
        </p:nvSpPr>
        <p:spPr>
          <a:ln/>
        </p:spPr>
        <p:txBody>
          <a:bodyPr/>
          <a:lstStyle>
            <a:lvl1pPr>
              <a:defRPr/>
            </a:lvl1pPr>
          </a:lstStyle>
          <a:p>
            <a:fld id="{17849DF3-6D54-4AC6-90AC-622A50499E05}" type="slidenum">
              <a:rPr lang="en-US" altLang="en-US"/>
              <a:pPr/>
              <a:t>‹#›</a:t>
            </a:fld>
            <a:endParaRPr lang="en-US" altLang="en-US"/>
          </a:p>
        </p:txBody>
      </p:sp>
    </p:spTree>
    <p:extLst>
      <p:ext uri="{BB962C8B-B14F-4D97-AF65-F5344CB8AC3E}">
        <p14:creationId xmlns:p14="http://schemas.microsoft.com/office/powerpoint/2010/main" val="45496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6611D77-E171-4C52-89ED-01ECF608CCF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27EB8EE9-1386-479E-9108-A90537DB0C6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8">
            <a:extLst>
              <a:ext uri="{FF2B5EF4-FFF2-40B4-BE49-F238E27FC236}">
                <a16:creationId xmlns:a16="http://schemas.microsoft.com/office/drawing/2014/main" id="{03BA4904-FA8A-420A-8D5E-FAD07F4D5A5D}"/>
              </a:ext>
            </a:extLst>
          </p:cNvPr>
          <p:cNvSpPr>
            <a:spLocks noGrp="1" noChangeArrowheads="1"/>
          </p:cNvSpPr>
          <p:nvPr>
            <p:ph type="sldNum" sz="quarter" idx="12"/>
          </p:nvPr>
        </p:nvSpPr>
        <p:spPr>
          <a:ln/>
        </p:spPr>
        <p:txBody>
          <a:bodyPr/>
          <a:lstStyle>
            <a:lvl1pPr>
              <a:defRPr/>
            </a:lvl1pPr>
          </a:lstStyle>
          <a:p>
            <a:fld id="{8857251B-42B5-4888-BF4F-905E9AD79F49}" type="slidenum">
              <a:rPr lang="en-US" altLang="en-US"/>
              <a:pPr/>
              <a:t>‹#›</a:t>
            </a:fld>
            <a:endParaRPr lang="en-US" altLang="en-US"/>
          </a:p>
        </p:txBody>
      </p:sp>
    </p:spTree>
    <p:extLst>
      <p:ext uri="{BB962C8B-B14F-4D97-AF65-F5344CB8AC3E}">
        <p14:creationId xmlns:p14="http://schemas.microsoft.com/office/powerpoint/2010/main" val="428860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28D9E6F5-6D33-4468-9642-999A2BDEBA8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656FC955-2FFE-470C-9B5A-45EE6E24A00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8">
            <a:extLst>
              <a:ext uri="{FF2B5EF4-FFF2-40B4-BE49-F238E27FC236}">
                <a16:creationId xmlns:a16="http://schemas.microsoft.com/office/drawing/2014/main" id="{AB048F58-86C2-41FC-8E41-A8F842B63C0D}"/>
              </a:ext>
            </a:extLst>
          </p:cNvPr>
          <p:cNvSpPr>
            <a:spLocks noGrp="1" noChangeArrowheads="1"/>
          </p:cNvSpPr>
          <p:nvPr>
            <p:ph type="sldNum" sz="quarter" idx="12"/>
          </p:nvPr>
        </p:nvSpPr>
        <p:spPr>
          <a:ln/>
        </p:spPr>
        <p:txBody>
          <a:bodyPr/>
          <a:lstStyle>
            <a:lvl1pPr>
              <a:defRPr/>
            </a:lvl1pPr>
          </a:lstStyle>
          <a:p>
            <a:fld id="{98E77ED4-AA1A-4DB3-8B51-B5D393E07B9E}" type="slidenum">
              <a:rPr lang="en-US" altLang="en-US"/>
              <a:pPr/>
              <a:t>‹#›</a:t>
            </a:fld>
            <a:endParaRPr lang="en-US" altLang="en-US"/>
          </a:p>
        </p:txBody>
      </p:sp>
    </p:spTree>
    <p:extLst>
      <p:ext uri="{BB962C8B-B14F-4D97-AF65-F5344CB8AC3E}">
        <p14:creationId xmlns:p14="http://schemas.microsoft.com/office/powerpoint/2010/main" val="631842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3838" y="304800"/>
            <a:ext cx="2001837"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6738" y="304800"/>
            <a:ext cx="58547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547580D1-E0F8-476B-B2FF-E77ED29CF98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43B78173-8FCF-4C19-BEDC-43A9EC3F57B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8">
            <a:extLst>
              <a:ext uri="{FF2B5EF4-FFF2-40B4-BE49-F238E27FC236}">
                <a16:creationId xmlns:a16="http://schemas.microsoft.com/office/drawing/2014/main" id="{B508FFCC-3DC6-4139-98D9-46E519977AF1}"/>
              </a:ext>
            </a:extLst>
          </p:cNvPr>
          <p:cNvSpPr>
            <a:spLocks noGrp="1" noChangeArrowheads="1"/>
          </p:cNvSpPr>
          <p:nvPr>
            <p:ph type="sldNum" sz="quarter" idx="12"/>
          </p:nvPr>
        </p:nvSpPr>
        <p:spPr>
          <a:ln/>
        </p:spPr>
        <p:txBody>
          <a:bodyPr/>
          <a:lstStyle>
            <a:lvl1pPr>
              <a:defRPr/>
            </a:lvl1pPr>
          </a:lstStyle>
          <a:p>
            <a:fld id="{A3B832CF-1CAF-4E86-972E-4F8B1219E577}" type="slidenum">
              <a:rPr lang="en-US" altLang="en-US"/>
              <a:pPr/>
              <a:t>‹#›</a:t>
            </a:fld>
            <a:endParaRPr lang="en-US" altLang="en-US"/>
          </a:p>
        </p:txBody>
      </p:sp>
    </p:spTree>
    <p:extLst>
      <p:ext uri="{BB962C8B-B14F-4D97-AF65-F5344CB8AC3E}">
        <p14:creationId xmlns:p14="http://schemas.microsoft.com/office/powerpoint/2010/main" val="3484642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2BE3434-CD0F-4400-9842-D86B96D58009}"/>
              </a:ext>
            </a:extLst>
          </p:cNvPr>
          <p:cNvSpPr>
            <a:spLocks noGrp="1" noChangeArrowheads="1"/>
          </p:cNvSpPr>
          <p:nvPr>
            <p:ph type="title"/>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FEFB969-B938-414E-9D6F-A0D8474F8FFB}"/>
              </a:ext>
            </a:extLst>
          </p:cNvPr>
          <p:cNvSpPr>
            <a:spLocks noGrp="1" noChangeArrowheads="1"/>
          </p:cNvSpPr>
          <p:nvPr>
            <p:ph type="body" idx="1"/>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6" name="AutoShape 4">
            <a:extLst>
              <a:ext uri="{FF2B5EF4-FFF2-40B4-BE49-F238E27FC236}">
                <a16:creationId xmlns:a16="http://schemas.microsoft.com/office/drawing/2014/main" id="{CAB2AB2C-C81F-4469-B4F4-A13CF5EC1E8D}"/>
              </a:ext>
            </a:extLst>
          </p:cNvPr>
          <p:cNvSpPr>
            <a:spLocks noChangeArrowheads="1"/>
          </p:cNvSpPr>
          <p:nvPr/>
        </p:nvSpPr>
        <p:spPr bwMode="auto">
          <a:xfrm>
            <a:off x="609600" y="1566863"/>
            <a:ext cx="7958138" cy="109537"/>
          </a:xfrm>
          <a:custGeom>
            <a:avLst/>
            <a:gdLst>
              <a:gd name="G0" fmla="+- 585 0 0"/>
            </a:gdLst>
            <a:ahLst/>
            <a:cxnLst>
              <a:cxn ang="0">
                <a:pos x="0" y="0"/>
              </a:cxn>
              <a:cxn ang="0">
                <a:pos x="585" y="0"/>
              </a:cxn>
              <a:cxn ang="0">
                <a:pos x="585" y="1000"/>
              </a:cxn>
              <a:cxn ang="0">
                <a:pos x="0" y="1000"/>
              </a:cxn>
              <a:cxn ang="0">
                <a:pos x="0" y="0"/>
              </a:cxn>
              <a:cxn ang="0">
                <a:pos x="1000" y="0"/>
              </a:cxn>
            </a:cxnLst>
            <a:rect l="0" t="0" r="r" b="b"/>
            <a:pathLst>
              <a:path w="1000" h="1000" stroke="0">
                <a:moveTo>
                  <a:pt x="0" y="0"/>
                </a:moveTo>
                <a:lnTo>
                  <a:pt x="585" y="0"/>
                </a:lnTo>
                <a:lnTo>
                  <a:pt x="585" y="1000"/>
                </a:lnTo>
                <a:lnTo>
                  <a:pt x="0" y="100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eaLnBrk="1" hangingPunct="1">
              <a:defRPr/>
            </a:pPr>
            <a:endParaRPr lang="en-US" b="0">
              <a:latin typeface="Times New Roman" charset="0"/>
              <a:ea typeface="ＭＳ Ｐゴシック" charset="-128"/>
            </a:endParaRPr>
          </a:p>
        </p:txBody>
      </p:sp>
      <p:sp>
        <p:nvSpPr>
          <p:cNvPr id="3077" name="Line 5">
            <a:extLst>
              <a:ext uri="{FF2B5EF4-FFF2-40B4-BE49-F238E27FC236}">
                <a16:creationId xmlns:a16="http://schemas.microsoft.com/office/drawing/2014/main" id="{5ED4517A-1B69-49E4-BAF2-F3D8129FB3D6}"/>
              </a:ext>
            </a:extLst>
          </p:cNvPr>
          <p:cNvSpPr>
            <a:spLocks noChangeShapeType="1"/>
          </p:cNvSpPr>
          <p:nvPr/>
        </p:nvSpPr>
        <p:spPr bwMode="auto">
          <a:xfrm flipV="1">
            <a:off x="609600" y="6172200"/>
            <a:ext cx="7924800" cy="0"/>
          </a:xfrm>
          <a:prstGeom prst="line">
            <a:avLst/>
          </a:prstGeom>
          <a:noFill/>
          <a:ln w="3175">
            <a:solidFill>
              <a:schemeClr val="accent2"/>
            </a:solidFill>
            <a:round/>
            <a:headEnd/>
            <a:tailEnd/>
          </a:ln>
          <a:effectLst/>
        </p:spPr>
        <p:txBody>
          <a:bodyPr/>
          <a:lstStyle/>
          <a:p>
            <a:pPr>
              <a:defRPr/>
            </a:pPr>
            <a:endParaRPr lang="en-US">
              <a:latin typeface="Arial" charset="0"/>
              <a:ea typeface="ＭＳ Ｐゴシック" charset="-128"/>
              <a:cs typeface="ＭＳ Ｐゴシック" charset="-128"/>
            </a:endParaRPr>
          </a:p>
        </p:txBody>
      </p:sp>
      <p:sp>
        <p:nvSpPr>
          <p:cNvPr id="3078" name="Rectangle 6">
            <a:extLst>
              <a:ext uri="{FF2B5EF4-FFF2-40B4-BE49-F238E27FC236}">
                <a16:creationId xmlns:a16="http://schemas.microsoft.com/office/drawing/2014/main" id="{26815D90-BC00-4CC8-B7E0-7215BCE6C7DD}"/>
              </a:ext>
            </a:extLst>
          </p:cNvPr>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smtClean="0">
                <a:latin typeface="Arial" charset="0"/>
                <a:ea typeface="ＭＳ Ｐゴシック" charset="-128"/>
              </a:defRPr>
            </a:lvl1pPr>
          </a:lstStyle>
          <a:p>
            <a:pPr>
              <a:defRPr/>
            </a:pPr>
            <a:endParaRPr lang="en-US"/>
          </a:p>
        </p:txBody>
      </p:sp>
      <p:sp>
        <p:nvSpPr>
          <p:cNvPr id="3079" name="Rectangle 7">
            <a:extLst>
              <a:ext uri="{FF2B5EF4-FFF2-40B4-BE49-F238E27FC236}">
                <a16:creationId xmlns:a16="http://schemas.microsoft.com/office/drawing/2014/main" id="{46FE0F30-26D4-467C-AE7F-0E4A383A4499}"/>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smtClean="0">
                <a:latin typeface="Arial" charset="0"/>
                <a:ea typeface="ＭＳ Ｐゴシック" charset="-128"/>
              </a:defRPr>
            </a:lvl1pPr>
          </a:lstStyle>
          <a:p>
            <a:pPr>
              <a:defRPr/>
            </a:pPr>
            <a:endParaRPr lang="en-US"/>
          </a:p>
        </p:txBody>
      </p:sp>
      <p:sp>
        <p:nvSpPr>
          <p:cNvPr id="3080" name="Rectangle 8">
            <a:extLst>
              <a:ext uri="{FF2B5EF4-FFF2-40B4-BE49-F238E27FC236}">
                <a16:creationId xmlns:a16="http://schemas.microsoft.com/office/drawing/2014/main" id="{7FBC5A53-DE8E-4C8F-B7B4-D8243F119422}"/>
              </a:ext>
            </a:extLst>
          </p:cNvPr>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vl1pPr>
          </a:lstStyle>
          <a:p>
            <a:fld id="{B7881D67-43F8-4BB5-B863-53AC1D1AAC0B}"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0" fontAlgn="base" hangingPunct="0">
        <a:spcBef>
          <a:spcPct val="0"/>
        </a:spcBef>
        <a:spcAft>
          <a:spcPct val="0"/>
        </a:spcAft>
        <a:defRPr sz="3800">
          <a:solidFill>
            <a:schemeClr val="tx2"/>
          </a:solidFill>
          <a:latin typeface="+mj-lt"/>
          <a:ea typeface="ＭＳ Ｐゴシック" charset="-128"/>
          <a:cs typeface="ＭＳ Ｐゴシック" charset="-128"/>
        </a:defRPr>
      </a:lvl1pPr>
      <a:lvl2pPr algn="l" rtl="0" eaLnBrk="0" fontAlgn="base" hangingPunct="0">
        <a:spcBef>
          <a:spcPct val="0"/>
        </a:spcBef>
        <a:spcAft>
          <a:spcPct val="0"/>
        </a:spcAft>
        <a:defRPr sz="3800">
          <a:solidFill>
            <a:schemeClr val="tx2"/>
          </a:solidFill>
          <a:latin typeface="Arial" charset="0"/>
          <a:ea typeface="ＭＳ Ｐゴシック" charset="-128"/>
          <a:cs typeface="ＭＳ Ｐゴシック" charset="-128"/>
        </a:defRPr>
      </a:lvl2pPr>
      <a:lvl3pPr algn="l" rtl="0" eaLnBrk="0" fontAlgn="base" hangingPunct="0">
        <a:spcBef>
          <a:spcPct val="0"/>
        </a:spcBef>
        <a:spcAft>
          <a:spcPct val="0"/>
        </a:spcAft>
        <a:defRPr sz="3800">
          <a:solidFill>
            <a:schemeClr val="tx2"/>
          </a:solidFill>
          <a:latin typeface="Arial" charset="0"/>
          <a:ea typeface="ＭＳ Ｐゴシック" charset="-128"/>
          <a:cs typeface="ＭＳ Ｐゴシック" charset="-128"/>
        </a:defRPr>
      </a:lvl3pPr>
      <a:lvl4pPr algn="l" rtl="0" eaLnBrk="0" fontAlgn="base" hangingPunct="0">
        <a:spcBef>
          <a:spcPct val="0"/>
        </a:spcBef>
        <a:spcAft>
          <a:spcPct val="0"/>
        </a:spcAft>
        <a:defRPr sz="3800">
          <a:solidFill>
            <a:schemeClr val="tx2"/>
          </a:solidFill>
          <a:latin typeface="Arial" charset="0"/>
          <a:ea typeface="ＭＳ Ｐゴシック" charset="-128"/>
          <a:cs typeface="ＭＳ Ｐゴシック" charset="-128"/>
        </a:defRPr>
      </a:lvl4pPr>
      <a:lvl5pPr algn="l" rtl="0" eaLnBrk="0" fontAlgn="base" hangingPunct="0">
        <a:spcBef>
          <a:spcPct val="0"/>
        </a:spcBef>
        <a:spcAft>
          <a:spcPct val="0"/>
        </a:spcAft>
        <a:defRPr sz="3800">
          <a:solidFill>
            <a:schemeClr val="tx2"/>
          </a:solidFill>
          <a:latin typeface="Arial" charset="0"/>
          <a:ea typeface="ＭＳ Ｐゴシック" charset="-128"/>
          <a:cs typeface="ＭＳ Ｐゴシック" charset="-128"/>
        </a:defRPr>
      </a:lvl5pPr>
      <a:lvl6pPr marL="457200" algn="l" rtl="0" fontAlgn="base">
        <a:spcBef>
          <a:spcPct val="0"/>
        </a:spcBef>
        <a:spcAft>
          <a:spcPct val="0"/>
        </a:spcAft>
        <a:defRPr sz="3800">
          <a:solidFill>
            <a:schemeClr val="tx2"/>
          </a:solidFill>
          <a:latin typeface="Arial" charset="0"/>
        </a:defRPr>
      </a:lvl6pPr>
      <a:lvl7pPr marL="914400" algn="l" rtl="0" fontAlgn="base">
        <a:spcBef>
          <a:spcPct val="0"/>
        </a:spcBef>
        <a:spcAft>
          <a:spcPct val="0"/>
        </a:spcAft>
        <a:defRPr sz="3800">
          <a:solidFill>
            <a:schemeClr val="tx2"/>
          </a:solidFill>
          <a:latin typeface="Arial" charset="0"/>
        </a:defRPr>
      </a:lvl7pPr>
      <a:lvl8pPr marL="1371600" algn="l" rtl="0" fontAlgn="base">
        <a:spcBef>
          <a:spcPct val="0"/>
        </a:spcBef>
        <a:spcAft>
          <a:spcPct val="0"/>
        </a:spcAft>
        <a:defRPr sz="3800">
          <a:solidFill>
            <a:schemeClr val="tx2"/>
          </a:solidFill>
          <a:latin typeface="Arial" charset="0"/>
        </a:defRPr>
      </a:lvl8pPr>
      <a:lvl9pPr marL="1828800" algn="l" rtl="0" fontAlgn="base">
        <a:spcBef>
          <a:spcPct val="0"/>
        </a:spcBef>
        <a:spcAft>
          <a:spcPct val="0"/>
        </a:spcAft>
        <a:defRPr sz="3800">
          <a:solidFill>
            <a:schemeClr val="tx2"/>
          </a:solidFill>
          <a:latin typeface="Arial"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ＭＳ Ｐゴシック" charset="-128"/>
          <a:cs typeface="ＭＳ Ｐゴシック" charset="-128"/>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ＭＳ Ｐゴシック" charset="-128"/>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ＭＳ Ｐゴシック" charset="-128"/>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ＭＳ Ｐゴシック" charset="-128"/>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ＭＳ Ｐゴシック" charset="-128"/>
        </a:defRPr>
      </a:lvl5pPr>
      <a:lvl6pPr marL="2551113" indent="-398463" algn="l" rtl="0" fontAlgn="base">
        <a:spcBef>
          <a:spcPct val="25000"/>
        </a:spcBef>
        <a:spcAft>
          <a:spcPct val="0"/>
        </a:spcAft>
        <a:buClr>
          <a:schemeClr val="accent2"/>
        </a:buClr>
        <a:buFont typeface="Wingdings" charset="2"/>
        <a:buChar char="§"/>
        <a:defRPr sz="2000">
          <a:solidFill>
            <a:schemeClr val="tx1"/>
          </a:solidFill>
          <a:latin typeface="+mn-lt"/>
          <a:ea typeface="ＭＳ Ｐゴシック" charset="-128"/>
        </a:defRPr>
      </a:lvl6pPr>
      <a:lvl7pPr marL="3008313" indent="-398463" algn="l" rtl="0" fontAlgn="base">
        <a:spcBef>
          <a:spcPct val="25000"/>
        </a:spcBef>
        <a:spcAft>
          <a:spcPct val="0"/>
        </a:spcAft>
        <a:buClr>
          <a:schemeClr val="accent2"/>
        </a:buClr>
        <a:buFont typeface="Wingdings" charset="2"/>
        <a:buChar char="§"/>
        <a:defRPr sz="2000">
          <a:solidFill>
            <a:schemeClr val="tx1"/>
          </a:solidFill>
          <a:latin typeface="+mn-lt"/>
          <a:ea typeface="ＭＳ Ｐゴシック" charset="-128"/>
        </a:defRPr>
      </a:lvl7pPr>
      <a:lvl8pPr marL="3465513" indent="-398463" algn="l" rtl="0" fontAlgn="base">
        <a:spcBef>
          <a:spcPct val="25000"/>
        </a:spcBef>
        <a:spcAft>
          <a:spcPct val="0"/>
        </a:spcAft>
        <a:buClr>
          <a:schemeClr val="accent2"/>
        </a:buClr>
        <a:buFont typeface="Wingdings" charset="2"/>
        <a:buChar char="§"/>
        <a:defRPr sz="2000">
          <a:solidFill>
            <a:schemeClr val="tx1"/>
          </a:solidFill>
          <a:latin typeface="+mn-lt"/>
          <a:ea typeface="ＭＳ Ｐゴシック" charset="-128"/>
        </a:defRPr>
      </a:lvl8pPr>
      <a:lvl9pPr marL="3922713" indent="-398463" algn="l" rtl="0" fontAlgn="base">
        <a:spcBef>
          <a:spcPct val="25000"/>
        </a:spcBef>
        <a:spcAft>
          <a:spcPct val="0"/>
        </a:spcAft>
        <a:buClr>
          <a:schemeClr val="accent2"/>
        </a:buClr>
        <a:buFont typeface="Wingdings" charset="2"/>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hpc.llnl.gov/sites/default/files/parallelClassifications_0.pd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BA3CF-2940-47B2-BE5D-600460080268}"/>
              </a:ext>
            </a:extLst>
          </p:cNvPr>
          <p:cNvSpPr>
            <a:spLocks noGrp="1"/>
          </p:cNvSpPr>
          <p:nvPr>
            <p:ph type="ctrTitle"/>
          </p:nvPr>
        </p:nvSpPr>
        <p:spPr/>
        <p:txBody>
          <a:bodyPr/>
          <a:lstStyle/>
          <a:p>
            <a:r>
              <a:rPr lang="en-US" dirty="0"/>
              <a:t>Parallel &amp; Distributed Computing</a:t>
            </a:r>
          </a:p>
        </p:txBody>
      </p:sp>
      <p:sp>
        <p:nvSpPr>
          <p:cNvPr id="3" name="Subtitle 2">
            <a:extLst>
              <a:ext uri="{FF2B5EF4-FFF2-40B4-BE49-F238E27FC236}">
                <a16:creationId xmlns:a16="http://schemas.microsoft.com/office/drawing/2014/main" id="{F63BA423-D3B8-41D8-B32F-BD7DA407FCD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27039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224C6-8CB6-474A-8817-4A846B48D361}"/>
              </a:ext>
            </a:extLst>
          </p:cNvPr>
          <p:cNvSpPr>
            <a:spLocks noGrp="1"/>
          </p:cNvSpPr>
          <p:nvPr>
            <p:ph type="title"/>
          </p:nvPr>
        </p:nvSpPr>
        <p:spPr>
          <a:xfrm>
            <a:off x="574675" y="838200"/>
            <a:ext cx="8001000" cy="682625"/>
          </a:xfrm>
        </p:spPr>
        <p:txBody>
          <a:bodyPr/>
          <a:lstStyle/>
          <a:p>
            <a:r>
              <a:rPr lang="en-US" dirty="0"/>
              <a:t>Sequential computing (tradition)</a:t>
            </a:r>
          </a:p>
        </p:txBody>
      </p:sp>
      <p:sp>
        <p:nvSpPr>
          <p:cNvPr id="3" name="Content Placeholder 2">
            <a:extLst>
              <a:ext uri="{FF2B5EF4-FFF2-40B4-BE49-F238E27FC236}">
                <a16:creationId xmlns:a16="http://schemas.microsoft.com/office/drawing/2014/main" id="{3D8EC73D-0691-4DB5-85B5-3B9DE0283EFA}"/>
              </a:ext>
            </a:extLst>
          </p:cNvPr>
          <p:cNvSpPr>
            <a:spLocks noGrp="1"/>
          </p:cNvSpPr>
          <p:nvPr>
            <p:ph idx="1"/>
          </p:nvPr>
        </p:nvSpPr>
        <p:spPr/>
        <p:txBody>
          <a:bodyPr/>
          <a:lstStyle/>
          <a:p>
            <a:r>
              <a:rPr lang="en-US" dirty="0"/>
              <a:t>A problem is broken into a discrete series of instructions</a:t>
            </a:r>
          </a:p>
          <a:p>
            <a:r>
              <a:rPr lang="en-US" dirty="0"/>
              <a:t>Instructions are executed sequentially one after another</a:t>
            </a:r>
          </a:p>
          <a:p>
            <a:r>
              <a:rPr lang="en-US" dirty="0"/>
              <a:t>Executed on a single processor</a:t>
            </a:r>
          </a:p>
          <a:p>
            <a:r>
              <a:rPr lang="en-US" dirty="0"/>
              <a:t>Only one instruction may execute at any moment in time</a:t>
            </a:r>
          </a:p>
        </p:txBody>
      </p:sp>
    </p:spTree>
    <p:extLst>
      <p:ext uri="{BB962C8B-B14F-4D97-AF65-F5344CB8AC3E}">
        <p14:creationId xmlns:p14="http://schemas.microsoft.com/office/powerpoint/2010/main" val="672425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CABFE-AED9-4029-A558-A103025BEAC8}"/>
              </a:ext>
            </a:extLst>
          </p:cNvPr>
          <p:cNvSpPr>
            <a:spLocks noGrp="1"/>
          </p:cNvSpPr>
          <p:nvPr>
            <p:ph type="title"/>
          </p:nvPr>
        </p:nvSpPr>
        <p:spPr/>
        <p:txBody>
          <a:bodyPr/>
          <a:lstStyle/>
          <a:p>
            <a:r>
              <a:rPr lang="en-US" dirty="0"/>
              <a:t>For Example</a:t>
            </a:r>
          </a:p>
        </p:txBody>
      </p:sp>
      <p:pic>
        <p:nvPicPr>
          <p:cNvPr id="141314" name="Picture 2" descr="Serial computing problem example diagram ">
            <a:extLst>
              <a:ext uri="{FF2B5EF4-FFF2-40B4-BE49-F238E27FC236}">
                <a16:creationId xmlns:a16="http://schemas.microsoft.com/office/drawing/2014/main" id="{56CD6FA6-66AF-4D7E-8FC3-774E23FC924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2695574"/>
            <a:ext cx="7924800" cy="3248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878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3298306-FA75-4C8F-ABE5-36E391F15EDB}"/>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Why Study Parallelism?</a:t>
            </a:r>
          </a:p>
        </p:txBody>
      </p:sp>
      <p:sp>
        <p:nvSpPr>
          <p:cNvPr id="9219" name="Rectangle 3">
            <a:extLst>
              <a:ext uri="{FF2B5EF4-FFF2-40B4-BE49-F238E27FC236}">
                <a16:creationId xmlns:a16="http://schemas.microsoft.com/office/drawing/2014/main" id="{6207014F-F0EA-40CB-B609-0653DF2FEED7}"/>
              </a:ext>
            </a:extLst>
          </p:cNvPr>
          <p:cNvSpPr>
            <a:spLocks noGrp="1" noChangeArrowheads="1"/>
          </p:cNvSpPr>
          <p:nvPr>
            <p:ph idx="1"/>
          </p:nvPr>
        </p:nvSpPr>
        <p:spPr/>
        <p:txBody>
          <a:bodyPr>
            <a:normAutofit/>
          </a:bodyPr>
          <a:lstStyle/>
          <a:p>
            <a:pPr eaLnBrk="1" hangingPunct="1"/>
            <a:r>
              <a:rPr lang="en-US" altLang="en-US" dirty="0">
                <a:ea typeface="ＭＳ Ｐゴシック" panose="020B0600070205080204" pitchFamily="34" charset="-128"/>
              </a:rPr>
              <a:t>After all, for most of our daily computer uses, sequential processing is plenty fast</a:t>
            </a:r>
          </a:p>
          <a:p>
            <a:pPr lvl="1" eaLnBrk="1" hangingPunct="1"/>
            <a:r>
              <a:rPr lang="en-US" altLang="en-US" dirty="0">
                <a:ea typeface="ＭＳ Ｐゴシック" panose="020B0600070205080204" pitchFamily="34" charset="-128"/>
              </a:rPr>
              <a:t>It is a fundamental departure from the “normal” computer model, therefore it is inherently cool</a:t>
            </a:r>
          </a:p>
          <a:p>
            <a:pPr lvl="1" eaLnBrk="1" hangingPunct="1"/>
            <a:r>
              <a:rPr lang="en-US" altLang="en-US" dirty="0">
                <a:ea typeface="ＭＳ Ｐゴシック" panose="020B0600070205080204" pitchFamily="34" charset="-128"/>
              </a:rPr>
              <a:t>The extra power from parallel computers is enabling in science, engineering, business, …</a:t>
            </a:r>
          </a:p>
          <a:p>
            <a:pPr lvl="1" eaLnBrk="1" hangingPunct="1"/>
            <a:r>
              <a:rPr lang="en-US" altLang="en-US" dirty="0">
                <a:ea typeface="ＭＳ Ｐゴシック" panose="020B0600070205080204" pitchFamily="34" charset="-128"/>
              </a:rPr>
              <a:t>Multicore chips present a new opportunity</a:t>
            </a:r>
          </a:p>
          <a:p>
            <a:pPr lvl="1" eaLnBrk="1" hangingPunct="1"/>
            <a:r>
              <a:rPr lang="en-US" altLang="en-US" dirty="0">
                <a:ea typeface="ＭＳ Ｐゴシック" panose="020B0600070205080204" pitchFamily="34" charset="-128"/>
              </a:rPr>
              <a:t>Deep intellectual challenges for CS -- models, programming languages, algorithms, HW,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E1030-EFB2-44C6-8EBC-9D2861E6327F}"/>
              </a:ext>
            </a:extLst>
          </p:cNvPr>
          <p:cNvSpPr>
            <a:spLocks noGrp="1"/>
          </p:cNvSpPr>
          <p:nvPr>
            <p:ph type="title"/>
          </p:nvPr>
        </p:nvSpPr>
        <p:spPr/>
        <p:txBody>
          <a:bodyPr/>
          <a:lstStyle/>
          <a:p>
            <a:r>
              <a:rPr lang="en-US" b="1" dirty="0"/>
              <a:t>Parallel Computing</a:t>
            </a:r>
            <a:endParaRPr lang="en-US" dirty="0"/>
          </a:p>
        </p:txBody>
      </p:sp>
      <p:sp>
        <p:nvSpPr>
          <p:cNvPr id="3" name="Content Placeholder 2">
            <a:extLst>
              <a:ext uri="{FF2B5EF4-FFF2-40B4-BE49-F238E27FC236}">
                <a16:creationId xmlns:a16="http://schemas.microsoft.com/office/drawing/2014/main" id="{4DD6177C-7FCD-4B4D-99A2-4CC20651B40A}"/>
              </a:ext>
            </a:extLst>
          </p:cNvPr>
          <p:cNvSpPr>
            <a:spLocks noGrp="1"/>
          </p:cNvSpPr>
          <p:nvPr>
            <p:ph idx="1"/>
          </p:nvPr>
        </p:nvSpPr>
        <p:spPr/>
        <p:txBody>
          <a:bodyPr/>
          <a:lstStyle/>
          <a:p>
            <a:r>
              <a:rPr lang="en-US" dirty="0"/>
              <a:t>Also called Parallel Processing</a:t>
            </a:r>
          </a:p>
          <a:p>
            <a:r>
              <a:rPr lang="en-US" dirty="0"/>
              <a:t>A problem is broken into discrete parts that can be solved concurrently</a:t>
            </a:r>
          </a:p>
          <a:p>
            <a:r>
              <a:rPr lang="en-US" dirty="0"/>
              <a:t>Each part is further broken down to a series of instructions</a:t>
            </a:r>
          </a:p>
          <a:p>
            <a:r>
              <a:rPr lang="en-US" dirty="0"/>
              <a:t>Instructions from each part execute simultaneously on different processors</a:t>
            </a:r>
          </a:p>
          <a:p>
            <a:r>
              <a:rPr lang="en-US" dirty="0"/>
              <a:t>An overall control/coordination mechanism is employed</a:t>
            </a:r>
          </a:p>
        </p:txBody>
      </p:sp>
    </p:spTree>
    <p:extLst>
      <p:ext uri="{BB962C8B-B14F-4D97-AF65-F5344CB8AC3E}">
        <p14:creationId xmlns:p14="http://schemas.microsoft.com/office/powerpoint/2010/main" val="1297762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C8682-8FE0-4EFE-9C7C-BCA0D0D229FE}"/>
              </a:ext>
            </a:extLst>
          </p:cNvPr>
          <p:cNvSpPr>
            <a:spLocks noGrp="1"/>
          </p:cNvSpPr>
          <p:nvPr>
            <p:ph type="title"/>
          </p:nvPr>
        </p:nvSpPr>
        <p:spPr/>
        <p:txBody>
          <a:bodyPr/>
          <a:lstStyle/>
          <a:p>
            <a:r>
              <a:rPr lang="en-US" dirty="0"/>
              <a:t>Example</a:t>
            </a:r>
          </a:p>
        </p:txBody>
      </p:sp>
      <p:pic>
        <p:nvPicPr>
          <p:cNvPr id="167938" name="Picture 2" descr="Parallel computing problem example diagram">
            <a:extLst>
              <a:ext uri="{FF2B5EF4-FFF2-40B4-BE49-F238E27FC236}">
                <a16:creationId xmlns:a16="http://schemas.microsoft.com/office/drawing/2014/main" id="{9AD28D1E-7D76-4BB7-90EB-926BC893AB2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4676" y="2114550"/>
            <a:ext cx="7807324" cy="354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092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A7E54-79BB-4E82-AABD-AE12BC53A328}"/>
              </a:ext>
            </a:extLst>
          </p:cNvPr>
          <p:cNvSpPr>
            <a:spLocks noGrp="1"/>
          </p:cNvSpPr>
          <p:nvPr>
            <p:ph type="title"/>
          </p:nvPr>
        </p:nvSpPr>
        <p:spPr/>
        <p:txBody>
          <a:bodyPr/>
          <a:lstStyle/>
          <a:p>
            <a:r>
              <a:rPr lang="en-US" dirty="0"/>
              <a:t>Simple Example</a:t>
            </a:r>
          </a:p>
        </p:txBody>
      </p:sp>
      <p:sp>
        <p:nvSpPr>
          <p:cNvPr id="4" name="Content Placeholder 3">
            <a:extLst>
              <a:ext uri="{FF2B5EF4-FFF2-40B4-BE49-F238E27FC236}">
                <a16:creationId xmlns:a16="http://schemas.microsoft.com/office/drawing/2014/main" id="{AB4833DE-4DAD-47F9-BF32-E6CECF1E1DAE}"/>
              </a:ext>
            </a:extLst>
          </p:cNvPr>
          <p:cNvSpPr>
            <a:spLocks noGrp="1"/>
          </p:cNvSpPr>
          <p:nvPr>
            <p:ph sz="half" idx="1"/>
          </p:nvPr>
        </p:nvSpPr>
        <p:spPr/>
        <p:txBody>
          <a:bodyPr/>
          <a:lstStyle/>
          <a:p>
            <a:r>
              <a:rPr lang="en-US" dirty="0"/>
              <a:t>Say we have this equation:</a:t>
            </a:r>
          </a:p>
          <a:p>
            <a:pPr lvl="1"/>
            <a:r>
              <a:rPr lang="en-US" sz="1800" i="1" dirty="0"/>
              <a:t>Y</a:t>
            </a:r>
            <a:r>
              <a:rPr lang="en-US" sz="1800" dirty="0"/>
              <a:t> = (4 x 5) + (1 x 6) + (5 x 3)</a:t>
            </a:r>
          </a:p>
          <a:p>
            <a:r>
              <a:rPr lang="en-US" dirty="0"/>
              <a:t>On a single processor, the steps might look like:</a:t>
            </a:r>
          </a:p>
          <a:p>
            <a:pPr lvl="1"/>
            <a:r>
              <a:rPr lang="en-US" sz="1800" dirty="0"/>
              <a:t>Step 1: </a:t>
            </a:r>
            <a:r>
              <a:rPr lang="en-US" sz="1800" i="1" dirty="0"/>
              <a:t>Y</a:t>
            </a:r>
            <a:r>
              <a:rPr lang="en-US" sz="1800" dirty="0"/>
              <a:t> = 20 + (1 x 6) + (5 x 3)</a:t>
            </a:r>
          </a:p>
          <a:p>
            <a:pPr lvl="1"/>
            <a:r>
              <a:rPr lang="en-US" sz="1800" dirty="0"/>
              <a:t>Step 2: </a:t>
            </a:r>
            <a:r>
              <a:rPr lang="en-US" sz="1800" i="1" dirty="0"/>
              <a:t>Y</a:t>
            </a:r>
            <a:r>
              <a:rPr lang="en-US" sz="1800" dirty="0"/>
              <a:t> = 20 + 6 + (5 x 3)</a:t>
            </a:r>
          </a:p>
          <a:p>
            <a:pPr lvl="1"/>
            <a:r>
              <a:rPr lang="en-US" sz="1800" dirty="0"/>
              <a:t>Step 3: </a:t>
            </a:r>
            <a:r>
              <a:rPr lang="en-US" sz="1800" i="1" dirty="0"/>
              <a:t>Y</a:t>
            </a:r>
            <a:r>
              <a:rPr lang="en-US" sz="1800" dirty="0"/>
              <a:t> = 20 + 6 + 15</a:t>
            </a:r>
          </a:p>
          <a:p>
            <a:pPr lvl="1"/>
            <a:r>
              <a:rPr lang="en-US" sz="1800" dirty="0"/>
              <a:t>Step 4: </a:t>
            </a:r>
            <a:r>
              <a:rPr lang="en-US" sz="1800" i="1" dirty="0"/>
              <a:t>Y</a:t>
            </a:r>
            <a:r>
              <a:rPr lang="en-US" sz="1800" dirty="0"/>
              <a:t> = 41</a:t>
            </a:r>
          </a:p>
          <a:p>
            <a:pPr marL="0" indent="0">
              <a:buNone/>
            </a:pPr>
            <a:endParaRPr lang="en-US" dirty="0"/>
          </a:p>
        </p:txBody>
      </p:sp>
      <p:sp>
        <p:nvSpPr>
          <p:cNvPr id="5" name="Content Placeholder 4">
            <a:extLst>
              <a:ext uri="{FF2B5EF4-FFF2-40B4-BE49-F238E27FC236}">
                <a16:creationId xmlns:a16="http://schemas.microsoft.com/office/drawing/2014/main" id="{394A2E62-F345-4C23-96D1-90B095976AA8}"/>
              </a:ext>
            </a:extLst>
          </p:cNvPr>
          <p:cNvSpPr>
            <a:spLocks noGrp="1"/>
          </p:cNvSpPr>
          <p:nvPr>
            <p:ph sz="half" idx="2"/>
          </p:nvPr>
        </p:nvSpPr>
        <p:spPr/>
        <p:txBody>
          <a:bodyPr/>
          <a:lstStyle/>
          <a:p>
            <a:r>
              <a:rPr lang="en-US" dirty="0"/>
              <a:t>But in a parallel computing scenario, with three processors or computers, the steps look something like:</a:t>
            </a:r>
          </a:p>
          <a:p>
            <a:pPr lvl="1"/>
            <a:r>
              <a:rPr lang="en-US" dirty="0"/>
              <a:t>Step 1: </a:t>
            </a:r>
            <a:r>
              <a:rPr lang="en-US" i="1" dirty="0"/>
              <a:t>Y</a:t>
            </a:r>
            <a:r>
              <a:rPr lang="en-US" dirty="0"/>
              <a:t> = 20 + 6 + 15</a:t>
            </a:r>
          </a:p>
          <a:p>
            <a:pPr lvl="1"/>
            <a:r>
              <a:rPr lang="en-US" dirty="0"/>
              <a:t>Step 2: </a:t>
            </a:r>
            <a:r>
              <a:rPr lang="en-US" i="1" dirty="0"/>
              <a:t>Y</a:t>
            </a:r>
            <a:r>
              <a:rPr lang="en-US" dirty="0"/>
              <a:t> = 41</a:t>
            </a:r>
          </a:p>
          <a:p>
            <a:endParaRPr lang="en-US" dirty="0"/>
          </a:p>
        </p:txBody>
      </p:sp>
    </p:spTree>
    <p:extLst>
      <p:ext uri="{BB962C8B-B14F-4D97-AF65-F5344CB8AC3E}">
        <p14:creationId xmlns:p14="http://schemas.microsoft.com/office/powerpoint/2010/main" val="1054814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2F1AC-0958-4527-9E54-03E7DF40A9F1}"/>
              </a:ext>
            </a:extLst>
          </p:cNvPr>
          <p:cNvSpPr>
            <a:spLocks noGrp="1"/>
          </p:cNvSpPr>
          <p:nvPr>
            <p:ph type="title"/>
          </p:nvPr>
        </p:nvSpPr>
        <p:spPr/>
        <p:txBody>
          <a:bodyPr/>
          <a:lstStyle/>
          <a:p>
            <a:r>
              <a:rPr lang="en-US" dirty="0"/>
              <a:t>Why use Parallel Computation?</a:t>
            </a:r>
          </a:p>
        </p:txBody>
      </p:sp>
      <p:sp>
        <p:nvSpPr>
          <p:cNvPr id="3" name="Content Placeholder 2">
            <a:extLst>
              <a:ext uri="{FF2B5EF4-FFF2-40B4-BE49-F238E27FC236}">
                <a16:creationId xmlns:a16="http://schemas.microsoft.com/office/drawing/2014/main" id="{634C4687-7928-480A-8328-8BB2BD95470E}"/>
              </a:ext>
            </a:extLst>
          </p:cNvPr>
          <p:cNvSpPr>
            <a:spLocks noGrp="1"/>
          </p:cNvSpPr>
          <p:nvPr>
            <p:ph idx="1"/>
          </p:nvPr>
        </p:nvSpPr>
        <p:spPr/>
        <p:txBody>
          <a:bodyPr/>
          <a:lstStyle/>
          <a:p>
            <a:r>
              <a:rPr lang="en-US" dirty="0"/>
              <a:t>Increase Computing power (speed, memory) </a:t>
            </a:r>
          </a:p>
          <a:p>
            <a:r>
              <a:rPr lang="en-US" dirty="0"/>
              <a:t>Cost/Performance </a:t>
            </a:r>
          </a:p>
          <a:p>
            <a:r>
              <a:rPr lang="en-US" dirty="0"/>
              <a:t>Scalability </a:t>
            </a:r>
          </a:p>
          <a:p>
            <a:r>
              <a:rPr lang="en-US" dirty="0"/>
              <a:t>Tackle intractable problems </a:t>
            </a:r>
          </a:p>
          <a:p>
            <a:endParaRPr lang="en-US" dirty="0"/>
          </a:p>
        </p:txBody>
      </p:sp>
    </p:spTree>
    <p:extLst>
      <p:ext uri="{BB962C8B-B14F-4D97-AF65-F5344CB8AC3E}">
        <p14:creationId xmlns:p14="http://schemas.microsoft.com/office/powerpoint/2010/main" val="1884408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194CF-A78F-40D7-AAAC-991D4E9E64ED}"/>
              </a:ext>
            </a:extLst>
          </p:cNvPr>
          <p:cNvSpPr>
            <a:spLocks noGrp="1"/>
          </p:cNvSpPr>
          <p:nvPr>
            <p:ph type="title"/>
          </p:nvPr>
        </p:nvSpPr>
        <p:spPr/>
        <p:txBody>
          <a:bodyPr/>
          <a:lstStyle/>
          <a:p>
            <a:r>
              <a:rPr lang="en-US" dirty="0"/>
              <a:t>Parallel Computers</a:t>
            </a:r>
          </a:p>
        </p:txBody>
      </p:sp>
      <p:sp>
        <p:nvSpPr>
          <p:cNvPr id="3" name="Content Placeholder 2">
            <a:extLst>
              <a:ext uri="{FF2B5EF4-FFF2-40B4-BE49-F238E27FC236}">
                <a16:creationId xmlns:a16="http://schemas.microsoft.com/office/drawing/2014/main" id="{19A000CA-2571-4A05-9F8D-044C6B2AE66B}"/>
              </a:ext>
            </a:extLst>
          </p:cNvPr>
          <p:cNvSpPr>
            <a:spLocks noGrp="1"/>
          </p:cNvSpPr>
          <p:nvPr>
            <p:ph idx="1"/>
          </p:nvPr>
        </p:nvSpPr>
        <p:spPr/>
        <p:txBody>
          <a:bodyPr/>
          <a:lstStyle/>
          <a:p>
            <a:r>
              <a:rPr lang="en-US" dirty="0"/>
              <a:t>Virtually all stand-alone computers today are parallel from a hardware perspective:</a:t>
            </a:r>
          </a:p>
          <a:p>
            <a:pPr lvl="1"/>
            <a:r>
              <a:rPr lang="en-US" dirty="0"/>
              <a:t>Multiple functional units (L1 cache, L2 cache, branch, prefetch, decode, floating-point, graphics processing (GPU), integer, etc.)</a:t>
            </a:r>
          </a:p>
          <a:p>
            <a:pPr lvl="1"/>
            <a:r>
              <a:rPr lang="en-US" dirty="0"/>
              <a:t>Multiple execution units/cores</a:t>
            </a:r>
          </a:p>
          <a:p>
            <a:pPr lvl="1"/>
            <a:r>
              <a:rPr lang="en-US" dirty="0"/>
              <a:t>Multiple hardware threads</a:t>
            </a:r>
          </a:p>
          <a:p>
            <a:pPr lvl="1"/>
            <a:r>
              <a:rPr lang="en-US" dirty="0"/>
              <a:t>Networks connect multiple stand-alone computers (nodes) to make larger parallel computer clusters.</a:t>
            </a:r>
          </a:p>
          <a:p>
            <a:endParaRPr lang="en-US" dirty="0"/>
          </a:p>
        </p:txBody>
      </p:sp>
    </p:spTree>
    <p:extLst>
      <p:ext uri="{BB962C8B-B14F-4D97-AF65-F5344CB8AC3E}">
        <p14:creationId xmlns:p14="http://schemas.microsoft.com/office/powerpoint/2010/main" val="3794233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B006217F-5F9C-4E84-800B-8C019E5235DE}"/>
              </a:ext>
            </a:extLst>
          </p:cNvPr>
          <p:cNvSpPr>
            <a:spLocks noGrp="1"/>
          </p:cNvSpPr>
          <p:nvPr>
            <p:ph type="title"/>
          </p:nvPr>
        </p:nvSpPr>
        <p:spPr>
          <a:xfrm>
            <a:off x="609600" y="457200"/>
            <a:ext cx="8381999" cy="971550"/>
          </a:xfrm>
        </p:spPr>
        <p:txBody>
          <a:bodyPr>
            <a:noAutofit/>
          </a:bodyPr>
          <a:lstStyle/>
          <a:p>
            <a:r>
              <a:rPr lang="en-US" altLang="en-US" dirty="0"/>
              <a:t>What problems need Parallel Computing?</a:t>
            </a:r>
          </a:p>
        </p:txBody>
      </p:sp>
      <p:pic>
        <p:nvPicPr>
          <p:cNvPr id="21507" name="Picture 2">
            <a:extLst>
              <a:ext uri="{FF2B5EF4-FFF2-40B4-BE49-F238E27FC236}">
                <a16:creationId xmlns:a16="http://schemas.microsoft.com/office/drawing/2014/main" id="{FAC4D95F-67B5-4A3F-8698-0C18CF0AAEB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54724" y="1600200"/>
            <a:ext cx="5231876" cy="4633913"/>
          </a:xfrm>
          <a:noFill/>
        </p:spPr>
      </p:pic>
      <p:pic>
        <p:nvPicPr>
          <p:cNvPr id="21508" name="Picture 2" descr="http://t3.gstatic.com/images?q=tbn:ANd9GcSuoydXZas1FZefnt4LLDo1CX0opXf1MqIAFCGePx_B30rsOFcN">
            <a:extLst>
              <a:ext uri="{FF2B5EF4-FFF2-40B4-BE49-F238E27FC236}">
                <a16:creationId xmlns:a16="http://schemas.microsoft.com/office/drawing/2014/main" id="{B4F1924D-EB2E-41A2-8094-B4194B1E33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1752600"/>
            <a:ext cx="117157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6538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6343D930-4C35-413C-997A-887F671C9F81}"/>
              </a:ext>
            </a:extLst>
          </p:cNvPr>
          <p:cNvSpPr>
            <a:spLocks noGrp="1"/>
          </p:cNvSpPr>
          <p:nvPr>
            <p:ph type="title"/>
          </p:nvPr>
        </p:nvSpPr>
        <p:spPr/>
        <p:txBody>
          <a:bodyPr/>
          <a:lstStyle/>
          <a:p>
            <a:pPr eaLnBrk="1" hangingPunct="1"/>
            <a:r>
              <a:rPr lang="en-US" altLang="en-US"/>
              <a:t>Parallel Computing in the Real-world</a:t>
            </a:r>
          </a:p>
        </p:txBody>
      </p:sp>
      <p:pic>
        <p:nvPicPr>
          <p:cNvPr id="22532" name="Picture 7" descr="http://www.sciencedaily.com/images/2009/05/090526110349-large.jpg">
            <a:extLst>
              <a:ext uri="{FF2B5EF4-FFF2-40B4-BE49-F238E27FC236}">
                <a16:creationId xmlns:a16="http://schemas.microsoft.com/office/drawing/2014/main" id="{11A9DFC0-686D-45BD-A567-3DA310B33D6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14500" y="2743201"/>
            <a:ext cx="2171700" cy="1537097"/>
          </a:xfrm>
          <a:noFill/>
        </p:spPr>
      </p:pic>
      <p:pic>
        <p:nvPicPr>
          <p:cNvPr id="22531" name="Picture 3">
            <a:extLst>
              <a:ext uri="{FF2B5EF4-FFF2-40B4-BE49-F238E27FC236}">
                <a16:creationId xmlns:a16="http://schemas.microsoft.com/office/drawing/2014/main" id="{7E2D5F4D-0C4D-4255-B838-F337B3966E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1700" y="1885950"/>
            <a:ext cx="11430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9" descr="http://www.nas.nasa.gov/SC10/image/Gallery/Khorrami_LandingGearNoise.jpg">
            <a:extLst>
              <a:ext uri="{FF2B5EF4-FFF2-40B4-BE49-F238E27FC236}">
                <a16:creationId xmlns:a16="http://schemas.microsoft.com/office/drawing/2014/main" id="{028F93F7-7F77-4E49-B967-5AB38D54EF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1950" y="2743201"/>
            <a:ext cx="2552700" cy="1550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Picture 11" descr="http://t2.gstatic.com/images?q=tbn:ANd9GcS3LZ9A34sBnxhc01369ogbvO4-F5qF32mo8ImKdH9jWL0M5i-W">
            <a:extLst>
              <a:ext uri="{FF2B5EF4-FFF2-40B4-BE49-F238E27FC236}">
                <a16:creationId xmlns:a16="http://schemas.microsoft.com/office/drawing/2014/main" id="{437AC061-E5B7-4092-8717-C7C0568135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0450" y="1714501"/>
            <a:ext cx="2486025" cy="1035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13" descr="http://t1.gstatic.com/images?q=tbn:ANd9GcSNrfc1MbdBDgBaadovHKYeEAI1YOkrhVjHrCuVLJHD9cAYQVi4">
            <a:extLst>
              <a:ext uri="{FF2B5EF4-FFF2-40B4-BE49-F238E27FC236}">
                <a16:creationId xmlns:a16="http://schemas.microsoft.com/office/drawing/2014/main" id="{9971CE47-E4D1-4536-96B8-B592D9D185A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7350" y="4514851"/>
            <a:ext cx="2243138" cy="1150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6" name="TextBox 10">
            <a:extLst>
              <a:ext uri="{FF2B5EF4-FFF2-40B4-BE49-F238E27FC236}">
                <a16:creationId xmlns:a16="http://schemas.microsoft.com/office/drawing/2014/main" id="{8877E015-2CB4-4F94-8879-7C4DCCAE479A}"/>
              </a:ext>
            </a:extLst>
          </p:cNvPr>
          <p:cNvSpPr txBox="1">
            <a:spLocks noChangeArrowheads="1"/>
          </p:cNvSpPr>
          <p:nvPr/>
        </p:nvSpPr>
        <p:spPr bwMode="auto">
          <a:xfrm>
            <a:off x="4457700" y="4400551"/>
            <a:ext cx="32004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800"/>
              <a:t>Engineering</a:t>
            </a:r>
          </a:p>
          <a:p>
            <a:pPr eaLnBrk="1" hangingPunct="1"/>
            <a:r>
              <a:rPr lang="en-US" altLang="en-US" sz="1800"/>
              <a:t>Science</a:t>
            </a:r>
          </a:p>
          <a:p>
            <a:pPr eaLnBrk="1" hangingPunct="1"/>
            <a:r>
              <a:rPr lang="en-US" altLang="en-US" sz="1800"/>
              <a:t>Business</a:t>
            </a:r>
          </a:p>
          <a:p>
            <a:pPr eaLnBrk="1" hangingPunct="1"/>
            <a:r>
              <a:rPr lang="en-US" altLang="en-US" sz="1800"/>
              <a:t>Game</a:t>
            </a:r>
          </a:p>
          <a:p>
            <a:pPr eaLnBrk="1" hangingPunct="1"/>
            <a:r>
              <a:rPr lang="en-US" altLang="en-US" sz="1800"/>
              <a:t>Cloud-computing</a:t>
            </a:r>
          </a:p>
        </p:txBody>
      </p:sp>
    </p:spTree>
    <p:extLst>
      <p:ext uri="{BB962C8B-B14F-4D97-AF65-F5344CB8AC3E}">
        <p14:creationId xmlns:p14="http://schemas.microsoft.com/office/powerpoint/2010/main" val="1499143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4DC269BB-3227-41B5-A312-288AA050BD88}"/>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Everyday Parallelism </a:t>
            </a:r>
          </a:p>
        </p:txBody>
      </p:sp>
      <p:sp>
        <p:nvSpPr>
          <p:cNvPr id="13315" name="Rectangle 3">
            <a:extLst>
              <a:ext uri="{FF2B5EF4-FFF2-40B4-BE49-F238E27FC236}">
                <a16:creationId xmlns:a16="http://schemas.microsoft.com/office/drawing/2014/main" id="{2D7B163D-8F34-425C-A6EE-F593C4495331}"/>
              </a:ext>
            </a:extLst>
          </p:cNvPr>
          <p:cNvSpPr>
            <a:spLocks noGrp="1" noChangeArrowheads="1"/>
          </p:cNvSpPr>
          <p:nvPr>
            <p:ph idx="1"/>
          </p:nvPr>
        </p:nvSpPr>
        <p:spPr/>
        <p:txBody>
          <a:bodyPr/>
          <a:lstStyle/>
          <a:p>
            <a:pPr eaLnBrk="1" hangingPunct="1"/>
            <a:r>
              <a:rPr lang="en-US" altLang="en-US">
                <a:ea typeface="ＭＳ Ｐゴシック" panose="020B0600070205080204" pitchFamily="34" charset="-128"/>
              </a:rPr>
              <a:t>Juggling -- event-based computation</a:t>
            </a:r>
          </a:p>
          <a:p>
            <a:pPr eaLnBrk="1" hangingPunct="1"/>
            <a:r>
              <a:rPr lang="en-US" altLang="en-US">
                <a:ea typeface="ＭＳ Ｐゴシック" panose="020B0600070205080204" pitchFamily="34" charset="-128"/>
              </a:rPr>
              <a:t>House construction -- parallel tasks, wiring and plumbing performed at once</a:t>
            </a:r>
          </a:p>
          <a:p>
            <a:pPr eaLnBrk="1" hangingPunct="1"/>
            <a:r>
              <a:rPr lang="en-US" altLang="en-US">
                <a:ea typeface="ＭＳ Ｐゴシック" panose="020B0600070205080204" pitchFamily="34" charset="-128"/>
              </a:rPr>
              <a:t>Assembly line manufacture -- pipelining, many instances in process at once</a:t>
            </a:r>
          </a:p>
          <a:p>
            <a:pPr eaLnBrk="1" hangingPunct="1"/>
            <a:r>
              <a:rPr lang="en-US" altLang="en-US">
                <a:ea typeface="ＭＳ Ｐゴシック" panose="020B0600070205080204" pitchFamily="34" charset="-128"/>
              </a:rPr>
              <a:t>Call center -- independent tasks executed simultaneously</a:t>
            </a:r>
          </a:p>
        </p:txBody>
      </p:sp>
    </p:spTree>
    <p:extLst>
      <p:ext uri="{BB962C8B-B14F-4D97-AF65-F5344CB8AC3E}">
        <p14:creationId xmlns:p14="http://schemas.microsoft.com/office/powerpoint/2010/main" val="828966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950DB-97CC-4137-ACBF-1F5EEEF83074}"/>
              </a:ext>
            </a:extLst>
          </p:cNvPr>
          <p:cNvSpPr>
            <a:spLocks noGrp="1"/>
          </p:cNvSpPr>
          <p:nvPr>
            <p:ph type="title"/>
          </p:nvPr>
        </p:nvSpPr>
        <p:spPr/>
        <p:txBody>
          <a:bodyPr/>
          <a:lstStyle/>
          <a:p>
            <a:r>
              <a:rPr lang="en-US" dirty="0"/>
              <a:t>Classifying Parallel Computers</a:t>
            </a:r>
          </a:p>
        </p:txBody>
      </p:sp>
      <p:sp>
        <p:nvSpPr>
          <p:cNvPr id="3" name="Content Placeholder 2">
            <a:extLst>
              <a:ext uri="{FF2B5EF4-FFF2-40B4-BE49-F238E27FC236}">
                <a16:creationId xmlns:a16="http://schemas.microsoft.com/office/drawing/2014/main" id="{7C236C7B-166E-4875-A0CE-97CDE48EFF95}"/>
              </a:ext>
            </a:extLst>
          </p:cNvPr>
          <p:cNvSpPr>
            <a:spLocks noGrp="1"/>
          </p:cNvSpPr>
          <p:nvPr>
            <p:ph idx="1"/>
          </p:nvPr>
        </p:nvSpPr>
        <p:spPr/>
        <p:txBody>
          <a:bodyPr/>
          <a:lstStyle/>
          <a:p>
            <a:r>
              <a:rPr lang="en-US" dirty="0"/>
              <a:t>There are a number of different ways to classify parallel computers. Examples are available in the references</a:t>
            </a:r>
            <a:r>
              <a:rPr lang="en-US" b="1" dirty="0">
                <a:hlinkClick r:id="rId2"/>
              </a:rPr>
              <a:t>.</a:t>
            </a:r>
            <a:endParaRPr lang="en-US" dirty="0"/>
          </a:p>
          <a:p>
            <a:r>
              <a:rPr lang="en-US" dirty="0"/>
              <a:t>One of the more widely used classifications, in use since 1966, is called Flynn's Taxonomy.</a:t>
            </a:r>
          </a:p>
          <a:p>
            <a:endParaRPr lang="en-US" dirty="0"/>
          </a:p>
        </p:txBody>
      </p:sp>
    </p:spTree>
    <p:extLst>
      <p:ext uri="{BB962C8B-B14F-4D97-AF65-F5344CB8AC3E}">
        <p14:creationId xmlns:p14="http://schemas.microsoft.com/office/powerpoint/2010/main" val="2326777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a:extLst>
              <a:ext uri="{FF2B5EF4-FFF2-40B4-BE49-F238E27FC236}">
                <a16:creationId xmlns:a16="http://schemas.microsoft.com/office/drawing/2014/main" id="{AA00177E-64C8-4EA0-B4C5-E1B87162DA1E}"/>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Flynn’s Taxonomy</a:t>
            </a:r>
            <a:br>
              <a:rPr lang="en-US" altLang="en-US">
                <a:ea typeface="ＭＳ Ｐゴシック" panose="020B0600070205080204" pitchFamily="34" charset="-128"/>
              </a:rPr>
            </a:br>
            <a:r>
              <a:rPr lang="en-US" altLang="en-US" sz="1600">
                <a:ea typeface="ＭＳ Ｐゴシック" panose="020B0600070205080204" pitchFamily="34" charset="-128"/>
              </a:rPr>
              <a:t> </a:t>
            </a:r>
            <a:r>
              <a:rPr lang="en-US" altLang="en-US" sz="1800">
                <a:ea typeface="ＭＳ Ｐゴシック" panose="020B0600070205080204" pitchFamily="34" charset="-128"/>
              </a:rPr>
              <a:t>Classification Scheme for Parallel Computers</a:t>
            </a:r>
          </a:p>
        </p:txBody>
      </p:sp>
      <p:grpSp>
        <p:nvGrpSpPr>
          <p:cNvPr id="87044" name="Group 9">
            <a:extLst>
              <a:ext uri="{FF2B5EF4-FFF2-40B4-BE49-F238E27FC236}">
                <a16:creationId xmlns:a16="http://schemas.microsoft.com/office/drawing/2014/main" id="{17D38CAB-AD5B-43B2-97B5-7B9F7A7C5150}"/>
              </a:ext>
            </a:extLst>
          </p:cNvPr>
          <p:cNvGrpSpPr>
            <a:grpSpLocks/>
          </p:cNvGrpSpPr>
          <p:nvPr/>
        </p:nvGrpSpPr>
        <p:grpSpPr bwMode="auto">
          <a:xfrm>
            <a:off x="2743200" y="2514600"/>
            <a:ext cx="3505200" cy="2743200"/>
            <a:chOff x="1440" y="1488"/>
            <a:chExt cx="2208" cy="1728"/>
          </a:xfrm>
        </p:grpSpPr>
        <p:sp>
          <p:nvSpPr>
            <p:cNvPr id="87057" name="Rectangle 4">
              <a:extLst>
                <a:ext uri="{FF2B5EF4-FFF2-40B4-BE49-F238E27FC236}">
                  <a16:creationId xmlns:a16="http://schemas.microsoft.com/office/drawing/2014/main" id="{E24CC6C1-D34D-4695-8713-8EA69EF6A1C0}"/>
                </a:ext>
              </a:extLst>
            </p:cNvPr>
            <p:cNvSpPr>
              <a:spLocks noChangeArrowheads="1"/>
            </p:cNvSpPr>
            <p:nvPr/>
          </p:nvSpPr>
          <p:spPr bwMode="auto">
            <a:xfrm>
              <a:off x="1440" y="1488"/>
              <a:ext cx="1104" cy="864"/>
            </a:xfrm>
            <a:prstGeom prst="rect">
              <a:avLst/>
            </a:prstGeom>
            <a:solidFill>
              <a:schemeClr val="bg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87058" name="Rectangle 6">
              <a:extLst>
                <a:ext uri="{FF2B5EF4-FFF2-40B4-BE49-F238E27FC236}">
                  <a16:creationId xmlns:a16="http://schemas.microsoft.com/office/drawing/2014/main" id="{AB84CB9D-6A68-461A-89A8-ED875A26F75F}"/>
                </a:ext>
              </a:extLst>
            </p:cNvPr>
            <p:cNvSpPr>
              <a:spLocks noChangeArrowheads="1"/>
            </p:cNvSpPr>
            <p:nvPr/>
          </p:nvSpPr>
          <p:spPr bwMode="auto">
            <a:xfrm>
              <a:off x="1440" y="2352"/>
              <a:ext cx="1104" cy="864"/>
            </a:xfrm>
            <a:prstGeom prst="rect">
              <a:avLst/>
            </a:prstGeom>
            <a:solidFill>
              <a:schemeClr val="bg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87059" name="Rectangle 7">
              <a:extLst>
                <a:ext uri="{FF2B5EF4-FFF2-40B4-BE49-F238E27FC236}">
                  <a16:creationId xmlns:a16="http://schemas.microsoft.com/office/drawing/2014/main" id="{41A8838D-C4A5-4767-ADAE-B47D414D44C7}"/>
                </a:ext>
              </a:extLst>
            </p:cNvPr>
            <p:cNvSpPr>
              <a:spLocks noChangeArrowheads="1"/>
            </p:cNvSpPr>
            <p:nvPr/>
          </p:nvSpPr>
          <p:spPr bwMode="auto">
            <a:xfrm>
              <a:off x="2544" y="2352"/>
              <a:ext cx="1104" cy="864"/>
            </a:xfrm>
            <a:prstGeom prst="rect">
              <a:avLst/>
            </a:prstGeom>
            <a:solidFill>
              <a:schemeClr val="bg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87060" name="Rectangle 8">
              <a:extLst>
                <a:ext uri="{FF2B5EF4-FFF2-40B4-BE49-F238E27FC236}">
                  <a16:creationId xmlns:a16="http://schemas.microsoft.com/office/drawing/2014/main" id="{3E6D9EEF-F563-47B9-B2C6-1A6F8004B14F}"/>
                </a:ext>
              </a:extLst>
            </p:cNvPr>
            <p:cNvSpPr>
              <a:spLocks noChangeArrowheads="1"/>
            </p:cNvSpPr>
            <p:nvPr/>
          </p:nvSpPr>
          <p:spPr bwMode="auto">
            <a:xfrm>
              <a:off x="2544" y="1488"/>
              <a:ext cx="1104" cy="864"/>
            </a:xfrm>
            <a:prstGeom prst="rect">
              <a:avLst/>
            </a:prstGeom>
            <a:solidFill>
              <a:schemeClr val="bg1"/>
            </a:solidFill>
            <a:ln w="2857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grpSp>
      <p:sp>
        <p:nvSpPr>
          <p:cNvPr id="87045" name="Text Box 10">
            <a:extLst>
              <a:ext uri="{FF2B5EF4-FFF2-40B4-BE49-F238E27FC236}">
                <a16:creationId xmlns:a16="http://schemas.microsoft.com/office/drawing/2014/main" id="{208B67EF-D733-477F-9085-BDF5DCF63E89}"/>
              </a:ext>
            </a:extLst>
          </p:cNvPr>
          <p:cNvSpPr txBox="1">
            <a:spLocks noChangeArrowheads="1"/>
          </p:cNvSpPr>
          <p:nvPr/>
        </p:nvSpPr>
        <p:spPr bwMode="auto">
          <a:xfrm>
            <a:off x="3352800" y="3048000"/>
            <a:ext cx="5984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400" b="1"/>
              <a:t>SISD</a:t>
            </a:r>
          </a:p>
        </p:txBody>
      </p:sp>
      <p:sp>
        <p:nvSpPr>
          <p:cNvPr id="87046" name="Text Box 11">
            <a:extLst>
              <a:ext uri="{FF2B5EF4-FFF2-40B4-BE49-F238E27FC236}">
                <a16:creationId xmlns:a16="http://schemas.microsoft.com/office/drawing/2014/main" id="{CB0C958E-3E99-4B3F-BF79-C49F2768EA66}"/>
              </a:ext>
            </a:extLst>
          </p:cNvPr>
          <p:cNvSpPr txBox="1">
            <a:spLocks noChangeArrowheads="1"/>
          </p:cNvSpPr>
          <p:nvPr/>
        </p:nvSpPr>
        <p:spPr bwMode="auto">
          <a:xfrm>
            <a:off x="5008563" y="3068638"/>
            <a:ext cx="6286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400" b="1"/>
              <a:t>SIMD</a:t>
            </a:r>
          </a:p>
        </p:txBody>
      </p:sp>
      <p:sp>
        <p:nvSpPr>
          <p:cNvPr id="87047" name="Text Box 12">
            <a:extLst>
              <a:ext uri="{FF2B5EF4-FFF2-40B4-BE49-F238E27FC236}">
                <a16:creationId xmlns:a16="http://schemas.microsoft.com/office/drawing/2014/main" id="{A9F97AFB-7C1D-4E86-A29C-86B06482A35C}"/>
              </a:ext>
            </a:extLst>
          </p:cNvPr>
          <p:cNvSpPr txBox="1">
            <a:spLocks noChangeArrowheads="1"/>
          </p:cNvSpPr>
          <p:nvPr/>
        </p:nvSpPr>
        <p:spPr bwMode="auto">
          <a:xfrm>
            <a:off x="5049838" y="4419600"/>
            <a:ext cx="6588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400" b="1"/>
              <a:t>MIMD</a:t>
            </a:r>
          </a:p>
        </p:txBody>
      </p:sp>
      <p:sp>
        <p:nvSpPr>
          <p:cNvPr id="87048" name="Text Box 13">
            <a:extLst>
              <a:ext uri="{FF2B5EF4-FFF2-40B4-BE49-F238E27FC236}">
                <a16:creationId xmlns:a16="http://schemas.microsoft.com/office/drawing/2014/main" id="{C14F45E3-28E3-4202-A174-0D3B8D1A3AC5}"/>
              </a:ext>
            </a:extLst>
          </p:cNvPr>
          <p:cNvSpPr txBox="1">
            <a:spLocks noChangeArrowheads="1"/>
          </p:cNvSpPr>
          <p:nvPr/>
        </p:nvSpPr>
        <p:spPr bwMode="auto">
          <a:xfrm>
            <a:off x="3352800" y="4419600"/>
            <a:ext cx="6286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400" b="1"/>
              <a:t>MISD</a:t>
            </a:r>
          </a:p>
        </p:txBody>
      </p:sp>
      <p:sp>
        <p:nvSpPr>
          <p:cNvPr id="87049" name="Text Box 14">
            <a:extLst>
              <a:ext uri="{FF2B5EF4-FFF2-40B4-BE49-F238E27FC236}">
                <a16:creationId xmlns:a16="http://schemas.microsoft.com/office/drawing/2014/main" id="{902F17B1-17E2-44B4-8EEC-A479F2E7DD0E}"/>
              </a:ext>
            </a:extLst>
          </p:cNvPr>
          <p:cNvSpPr txBox="1">
            <a:spLocks noChangeArrowheads="1"/>
          </p:cNvSpPr>
          <p:nvPr/>
        </p:nvSpPr>
        <p:spPr bwMode="auto">
          <a:xfrm>
            <a:off x="3276600" y="2057400"/>
            <a:ext cx="717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400" b="1"/>
              <a:t>Single</a:t>
            </a:r>
          </a:p>
        </p:txBody>
      </p:sp>
      <p:sp>
        <p:nvSpPr>
          <p:cNvPr id="87050" name="Text Box 15">
            <a:extLst>
              <a:ext uri="{FF2B5EF4-FFF2-40B4-BE49-F238E27FC236}">
                <a16:creationId xmlns:a16="http://schemas.microsoft.com/office/drawing/2014/main" id="{27CDDF57-6023-4A93-927C-52EF4D60BD81}"/>
              </a:ext>
            </a:extLst>
          </p:cNvPr>
          <p:cNvSpPr txBox="1">
            <a:spLocks noChangeArrowheads="1"/>
          </p:cNvSpPr>
          <p:nvPr/>
        </p:nvSpPr>
        <p:spPr bwMode="auto">
          <a:xfrm rot="-5400000">
            <a:off x="2154238" y="3144838"/>
            <a:ext cx="717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400" b="1"/>
              <a:t>Single</a:t>
            </a:r>
          </a:p>
        </p:txBody>
      </p:sp>
      <p:sp>
        <p:nvSpPr>
          <p:cNvPr id="87051" name="Text Box 16">
            <a:extLst>
              <a:ext uri="{FF2B5EF4-FFF2-40B4-BE49-F238E27FC236}">
                <a16:creationId xmlns:a16="http://schemas.microsoft.com/office/drawing/2014/main" id="{8EA5E446-7C86-4B87-BA90-4EBA78AD53C3}"/>
              </a:ext>
            </a:extLst>
          </p:cNvPr>
          <p:cNvSpPr txBox="1">
            <a:spLocks noChangeArrowheads="1"/>
          </p:cNvSpPr>
          <p:nvPr/>
        </p:nvSpPr>
        <p:spPr bwMode="auto">
          <a:xfrm>
            <a:off x="4897438" y="2092325"/>
            <a:ext cx="8556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400" b="1"/>
              <a:t>Multiple</a:t>
            </a:r>
          </a:p>
        </p:txBody>
      </p:sp>
      <p:sp>
        <p:nvSpPr>
          <p:cNvPr id="87052" name="Text Box 17">
            <a:extLst>
              <a:ext uri="{FF2B5EF4-FFF2-40B4-BE49-F238E27FC236}">
                <a16:creationId xmlns:a16="http://schemas.microsoft.com/office/drawing/2014/main" id="{3887EA05-4604-4BB3-AEE7-4B745CFC339F}"/>
              </a:ext>
            </a:extLst>
          </p:cNvPr>
          <p:cNvSpPr txBox="1">
            <a:spLocks noChangeArrowheads="1"/>
          </p:cNvSpPr>
          <p:nvPr/>
        </p:nvSpPr>
        <p:spPr bwMode="auto">
          <a:xfrm rot="-5400000">
            <a:off x="2085181" y="4371182"/>
            <a:ext cx="8556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400" b="1"/>
              <a:t>Multiple</a:t>
            </a:r>
          </a:p>
        </p:txBody>
      </p:sp>
      <p:sp>
        <p:nvSpPr>
          <p:cNvPr id="87053" name="Line 20">
            <a:extLst>
              <a:ext uri="{FF2B5EF4-FFF2-40B4-BE49-F238E27FC236}">
                <a16:creationId xmlns:a16="http://schemas.microsoft.com/office/drawing/2014/main" id="{7869868C-5D4C-4AF8-9FD9-386C78EF00F6}"/>
              </a:ext>
            </a:extLst>
          </p:cNvPr>
          <p:cNvSpPr>
            <a:spLocks noChangeShapeType="1"/>
          </p:cNvSpPr>
          <p:nvPr/>
        </p:nvSpPr>
        <p:spPr bwMode="auto">
          <a:xfrm>
            <a:off x="2266950" y="2693988"/>
            <a:ext cx="0" cy="23622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54" name="Line 21">
            <a:extLst>
              <a:ext uri="{FF2B5EF4-FFF2-40B4-BE49-F238E27FC236}">
                <a16:creationId xmlns:a16="http://schemas.microsoft.com/office/drawing/2014/main" id="{E711E3FD-0C38-416C-BE53-EA59FB7DB31C}"/>
              </a:ext>
            </a:extLst>
          </p:cNvPr>
          <p:cNvSpPr>
            <a:spLocks noChangeShapeType="1"/>
          </p:cNvSpPr>
          <p:nvPr/>
        </p:nvSpPr>
        <p:spPr bwMode="auto">
          <a:xfrm rot="-5400000">
            <a:off x="4513263" y="800100"/>
            <a:ext cx="0" cy="23622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55" name="Text Box 22">
            <a:extLst>
              <a:ext uri="{FF2B5EF4-FFF2-40B4-BE49-F238E27FC236}">
                <a16:creationId xmlns:a16="http://schemas.microsoft.com/office/drawing/2014/main" id="{216841A8-A34F-486D-861F-9F71109B6B16}"/>
              </a:ext>
            </a:extLst>
          </p:cNvPr>
          <p:cNvSpPr txBox="1">
            <a:spLocks noChangeArrowheads="1"/>
          </p:cNvSpPr>
          <p:nvPr/>
        </p:nvSpPr>
        <p:spPr bwMode="auto">
          <a:xfrm rot="-5400000">
            <a:off x="1177925" y="3692526"/>
            <a:ext cx="1755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400" b="1"/>
              <a:t>Instruction Stream</a:t>
            </a:r>
          </a:p>
        </p:txBody>
      </p:sp>
      <p:sp>
        <p:nvSpPr>
          <p:cNvPr id="87056" name="Text Box 23">
            <a:extLst>
              <a:ext uri="{FF2B5EF4-FFF2-40B4-BE49-F238E27FC236}">
                <a16:creationId xmlns:a16="http://schemas.microsoft.com/office/drawing/2014/main" id="{18AFF888-589A-40A4-AF82-304853CAD703}"/>
              </a:ext>
            </a:extLst>
          </p:cNvPr>
          <p:cNvSpPr txBox="1">
            <a:spLocks noChangeArrowheads="1"/>
          </p:cNvSpPr>
          <p:nvPr/>
        </p:nvSpPr>
        <p:spPr bwMode="auto">
          <a:xfrm>
            <a:off x="3886200" y="1600200"/>
            <a:ext cx="1222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37931725" indent="-37474525">
              <a:defRPr sz="2400">
                <a:solidFill>
                  <a:schemeClr val="tx1"/>
                </a:solidFill>
                <a:latin typeface="Arial" panose="020B0604020202020204" pitchFamily="34" charset="0"/>
                <a:ea typeface="ＭＳ Ｐゴシック" panose="020B0600070205080204" pitchFamily="34" charset="-128"/>
              </a:defRPr>
            </a:lvl2pPr>
            <a:lvl3pPr>
              <a:defRPr sz="2400">
                <a:solidFill>
                  <a:schemeClr val="tx1"/>
                </a:solidFill>
                <a:latin typeface="Arial" panose="020B0604020202020204" pitchFamily="34" charset="0"/>
                <a:ea typeface="ＭＳ Ｐゴシック" panose="020B0600070205080204" pitchFamily="34" charset="-128"/>
              </a:defRPr>
            </a:lvl3pPr>
            <a:lvl4pPr>
              <a:defRPr sz="2400">
                <a:solidFill>
                  <a:schemeClr val="tx1"/>
                </a:solidFill>
                <a:latin typeface="Arial" panose="020B0604020202020204" pitchFamily="34" charset="0"/>
                <a:ea typeface="ＭＳ Ｐゴシック" panose="020B0600070205080204" pitchFamily="34" charset="-128"/>
              </a:defRPr>
            </a:lvl4pPr>
            <a:lvl5pPr>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400" b="1"/>
              <a:t>Data Stream</a:t>
            </a:r>
          </a:p>
        </p:txBody>
      </p:sp>
    </p:spTree>
    <p:extLst>
      <p:ext uri="{BB962C8B-B14F-4D97-AF65-F5344CB8AC3E}">
        <p14:creationId xmlns:p14="http://schemas.microsoft.com/office/powerpoint/2010/main" val="1426303405"/>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dirty="0"/>
              <a:t>Types of Parallel Categories (2)</a:t>
            </a:r>
          </a:p>
        </p:txBody>
      </p:sp>
      <p:sp>
        <p:nvSpPr>
          <p:cNvPr id="2" name="Content Placeholder 1">
            <a:extLst>
              <a:ext uri="{FF2B5EF4-FFF2-40B4-BE49-F238E27FC236}">
                <a16:creationId xmlns:a16="http://schemas.microsoft.com/office/drawing/2014/main" id="{77B9C496-0B68-4030-B248-DF913846A983}"/>
              </a:ext>
            </a:extLst>
          </p:cNvPr>
          <p:cNvSpPr>
            <a:spLocks noGrp="1"/>
          </p:cNvSpPr>
          <p:nvPr>
            <p:ph sz="half" idx="1"/>
          </p:nvPr>
        </p:nvSpPr>
        <p:spPr/>
        <p:txBody>
          <a:bodyPr/>
          <a:lstStyle/>
          <a:p>
            <a:r>
              <a:rPr lang="en-US" dirty="0"/>
              <a:t>Single instruction, Single Data (SISD) stream</a:t>
            </a:r>
          </a:p>
          <a:p>
            <a:pPr lvl="1"/>
            <a:r>
              <a:rPr lang="en-US" dirty="0"/>
              <a:t>Single processor executes a single instruction stream to operate on data stored in a single memory</a:t>
            </a:r>
          </a:p>
          <a:p>
            <a:pPr lvl="1"/>
            <a:r>
              <a:rPr lang="en-US" dirty="0"/>
              <a:t>Uniprocessors fall into this category</a:t>
            </a:r>
          </a:p>
          <a:p>
            <a:endParaRPr lang="en-US" dirty="0"/>
          </a:p>
          <a:p>
            <a:endParaRPr lang="en-US" dirty="0"/>
          </a:p>
        </p:txBody>
      </p:sp>
      <p:sp>
        <p:nvSpPr>
          <p:cNvPr id="3" name="Content Placeholder 2">
            <a:extLst>
              <a:ext uri="{FF2B5EF4-FFF2-40B4-BE49-F238E27FC236}">
                <a16:creationId xmlns:a16="http://schemas.microsoft.com/office/drawing/2014/main" id="{57121C60-7275-4917-A510-3A6E0BE4313E}"/>
              </a:ext>
            </a:extLst>
          </p:cNvPr>
          <p:cNvSpPr>
            <a:spLocks noGrp="1"/>
          </p:cNvSpPr>
          <p:nvPr>
            <p:ph sz="half" idx="2"/>
          </p:nvPr>
        </p:nvSpPr>
        <p:spPr/>
        <p:txBody>
          <a:bodyPr/>
          <a:lstStyle/>
          <a:p>
            <a:r>
              <a:rPr lang="en-US" dirty="0"/>
              <a:t>Single instruction, multiple data (SIMD) stream </a:t>
            </a:r>
          </a:p>
          <a:p>
            <a:pPr lvl="1"/>
            <a:r>
              <a:rPr lang="en-US" sz="2000" dirty="0"/>
              <a:t>A single machine instruction controls the simultaneous execution of a number of processing elements on a lockstep basis</a:t>
            </a:r>
          </a:p>
          <a:p>
            <a:pPr lvl="1"/>
            <a:r>
              <a:rPr lang="en-US" sz="2000" dirty="0"/>
              <a:t>Vector and array processors fall into this category</a:t>
            </a:r>
          </a:p>
          <a:p>
            <a:endParaRPr lang="en-US" sz="2000" dirty="0"/>
          </a:p>
          <a:p>
            <a:endParaRPr lang="en-US" dirty="0"/>
          </a:p>
          <a:p>
            <a:endParaRPr lang="en-US" dirty="0"/>
          </a:p>
        </p:txBody>
      </p:sp>
    </p:spTree>
    <p:extLst>
      <p:ext uri="{BB962C8B-B14F-4D97-AF65-F5344CB8AC3E}">
        <p14:creationId xmlns:p14="http://schemas.microsoft.com/office/powerpoint/2010/main" val="255205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dirty="0"/>
              <a:t>Types of Parallel Categories (3)</a:t>
            </a:r>
          </a:p>
        </p:txBody>
      </p:sp>
      <p:sp>
        <p:nvSpPr>
          <p:cNvPr id="2" name="Content Placeholder 1">
            <a:extLst>
              <a:ext uri="{FF2B5EF4-FFF2-40B4-BE49-F238E27FC236}">
                <a16:creationId xmlns:a16="http://schemas.microsoft.com/office/drawing/2014/main" id="{77B9C496-0B68-4030-B248-DF913846A983}"/>
              </a:ext>
            </a:extLst>
          </p:cNvPr>
          <p:cNvSpPr>
            <a:spLocks noGrp="1"/>
          </p:cNvSpPr>
          <p:nvPr>
            <p:ph sz="half" idx="1"/>
          </p:nvPr>
        </p:nvSpPr>
        <p:spPr/>
        <p:txBody>
          <a:bodyPr/>
          <a:lstStyle/>
          <a:p>
            <a:r>
              <a:rPr lang="en-US" dirty="0"/>
              <a:t>Multiple instruction, single data </a:t>
            </a:r>
            <a:r>
              <a:rPr lang="en-US" b="1" dirty="0"/>
              <a:t>(MISD) </a:t>
            </a:r>
            <a:r>
              <a:rPr lang="en-US" dirty="0"/>
              <a:t>stream</a:t>
            </a:r>
          </a:p>
          <a:p>
            <a:pPr lvl="1"/>
            <a:r>
              <a:rPr lang="en-US" sz="2000" dirty="0"/>
              <a:t>A sequence of data is transmitted to a set of processors, each of which executes a different instruction sequence</a:t>
            </a:r>
          </a:p>
          <a:p>
            <a:pPr lvl="1"/>
            <a:r>
              <a:rPr lang="en-US" altLang="en-US" sz="2000" dirty="0">
                <a:ea typeface="ＭＳ Ｐゴシック" panose="020B0600070205080204" pitchFamily="34" charset="-128"/>
              </a:rPr>
              <a:t>Systolic arrays: think data pump or pumping-heart model (not many built)</a:t>
            </a:r>
          </a:p>
          <a:p>
            <a:pPr lvl="1"/>
            <a:endParaRPr lang="en-US" sz="2000" dirty="0"/>
          </a:p>
          <a:p>
            <a:pPr lvl="1"/>
            <a:endParaRPr lang="en-US" dirty="0"/>
          </a:p>
          <a:p>
            <a:endParaRPr lang="en-US" dirty="0"/>
          </a:p>
          <a:p>
            <a:endParaRPr lang="en-US" dirty="0"/>
          </a:p>
        </p:txBody>
      </p:sp>
      <p:sp>
        <p:nvSpPr>
          <p:cNvPr id="3" name="Content Placeholder 2">
            <a:extLst>
              <a:ext uri="{FF2B5EF4-FFF2-40B4-BE49-F238E27FC236}">
                <a16:creationId xmlns:a16="http://schemas.microsoft.com/office/drawing/2014/main" id="{57121C60-7275-4917-A510-3A6E0BE4313E}"/>
              </a:ext>
            </a:extLst>
          </p:cNvPr>
          <p:cNvSpPr>
            <a:spLocks noGrp="1"/>
          </p:cNvSpPr>
          <p:nvPr>
            <p:ph sz="half" idx="2"/>
          </p:nvPr>
        </p:nvSpPr>
        <p:spPr/>
        <p:txBody>
          <a:bodyPr/>
          <a:lstStyle/>
          <a:p>
            <a:r>
              <a:rPr lang="en-US" dirty="0"/>
              <a:t>Multiple instruction, multiple data </a:t>
            </a:r>
            <a:r>
              <a:rPr lang="en-US" b="1" dirty="0"/>
              <a:t>(MIMD) </a:t>
            </a:r>
            <a:r>
              <a:rPr lang="en-US" dirty="0"/>
              <a:t>stream</a:t>
            </a:r>
          </a:p>
          <a:p>
            <a:pPr lvl="1"/>
            <a:r>
              <a:rPr lang="en-US" sz="2000" dirty="0"/>
              <a:t>A set of processors simultaneously execute different instruction sequences on different data sets</a:t>
            </a:r>
          </a:p>
          <a:p>
            <a:pPr lvl="1"/>
            <a:r>
              <a:rPr lang="en-US" sz="2000" dirty="0"/>
              <a:t>SMPs, clusters and NUMA systems fit this category</a:t>
            </a:r>
          </a:p>
          <a:p>
            <a:pPr lvl="1"/>
            <a:r>
              <a:rPr lang="en-US" altLang="en-US" sz="2000" dirty="0">
                <a:ea typeface="ＭＳ Ｐゴシック" panose="020B0600070205080204" pitchFamily="34" charset="-128"/>
              </a:rPr>
              <a:t>Multiprocessors and multi-computers</a:t>
            </a:r>
          </a:p>
          <a:p>
            <a:pPr lvl="1"/>
            <a:endParaRPr lang="en-US" sz="2000" dirty="0"/>
          </a:p>
          <a:p>
            <a:endParaRPr lang="en-US" dirty="0"/>
          </a:p>
          <a:p>
            <a:endParaRPr lang="en-US" dirty="0"/>
          </a:p>
        </p:txBody>
      </p:sp>
    </p:spTree>
    <p:extLst>
      <p:ext uri="{BB962C8B-B14F-4D97-AF65-F5344CB8AC3E}">
        <p14:creationId xmlns:p14="http://schemas.microsoft.com/office/powerpoint/2010/main" val="2995174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990600" y="228600"/>
            <a:ext cx="7162800" cy="1204895"/>
          </a:xfrm>
          <a:noFill/>
          <a:ln/>
        </p:spPr>
        <p:txBody>
          <a:bodyPr vert="horz" wrap="square" lIns="67866" tIns="33338" rIns="67866" bIns="33338" numCol="1" rtlCol="0" anchor="ctr" anchorCtr="0" compatLnSpc="1">
            <a:prstTxWarp prst="textNoShape">
              <a:avLst/>
            </a:prstTxWarp>
            <a:normAutofit fontScale="90000"/>
          </a:bodyPr>
          <a:lstStyle/>
          <a:p>
            <a:r>
              <a:rPr lang="en-US" dirty="0"/>
              <a:t>A Taxonomy of Parallel Processor Architectures</a:t>
            </a:r>
          </a:p>
        </p:txBody>
      </p:sp>
      <p:pic>
        <p:nvPicPr>
          <p:cNvPr id="4" name="Picture 3" descr="Processor organizations at the top level are branched into several levels. They are, single instruction, single data stream, or S I S D, Single instruction, multiple data stream, or S I M D, Multiple instruction, single data stream, or M I S D, and Multiple instruction, multiple data stream, or M I M D. The S I S D leads to Uniprocessor. The S I M D is branched into two, such as Vector processor, and Array processor. The M I M D is branched into two, such as, Shared memory, which is tightly coupled, and Distributed memory, which is loosely coupled. Shared memory is branched into the Symmetric multiprocessor, or S M P, and Non uniform access, or N U M A. Distributed memory is branched into Clusters." title="A flowchart represents taxonomy of parallel processor architectures."/>
          <p:cNvPicPr>
            <a:picLocks noChangeAspect="1"/>
          </p:cNvPicPr>
          <p:nvPr/>
        </p:nvPicPr>
        <p:blipFill rotWithShape="1">
          <a:blip r:embed="rId3">
            <a:extLst>
              <a:ext uri="{28A0092B-C50C-407E-A947-70E740481C1C}">
                <a14:useLocalDpi xmlns:a14="http://schemas.microsoft.com/office/drawing/2010/main" val="0"/>
              </a:ext>
            </a:extLst>
          </a:blip>
          <a:srcRect l="8728" t="7200" r="9940" b="18934"/>
          <a:stretch/>
        </p:blipFill>
        <p:spPr>
          <a:xfrm>
            <a:off x="1447800" y="2133600"/>
            <a:ext cx="6629400" cy="4114800"/>
          </a:xfrm>
          <a:prstGeom prst="rect">
            <a:avLst/>
          </a:prstGeom>
        </p:spPr>
      </p:pic>
    </p:spTree>
    <p:extLst>
      <p:ext uri="{BB962C8B-B14F-4D97-AF65-F5344CB8AC3E}">
        <p14:creationId xmlns:p14="http://schemas.microsoft.com/office/powerpoint/2010/main" val="2241703897"/>
      </p:ext>
    </p:extLst>
  </p:cSld>
  <p:clrMapOvr>
    <a:masterClrMapping/>
  </p:clrMapOvr>
  <p:transition spd="med">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1219200" y="520619"/>
            <a:ext cx="6375141" cy="779543"/>
          </a:xfrm>
          <a:noFill/>
          <a:ln/>
        </p:spPr>
        <p:txBody>
          <a:bodyPr vert="horz" wrap="square" lIns="67866" tIns="33338" rIns="67866" bIns="33338" numCol="1" rtlCol="0" anchor="ctr" anchorCtr="0" compatLnSpc="1">
            <a:prstTxWarp prst="textNoShape">
              <a:avLst/>
            </a:prstTxWarp>
            <a:normAutofit fontScale="90000"/>
          </a:bodyPr>
          <a:lstStyle/>
          <a:p>
            <a:r>
              <a:rPr lang="en-US" dirty="0"/>
              <a:t>Alternative Computer Organizations</a:t>
            </a:r>
          </a:p>
        </p:txBody>
      </p:sp>
      <p:pic>
        <p:nvPicPr>
          <p:cNvPr id="4" name="Picture 3" descr="The following abbreviations are given for the diagram, C U represents Control unit. I S represents Instruction stream. P u represents Processing Unit. D S represents Data stream. M U represents Memory unit, L M represents Local memory. S I S D represents Single instruction, single data stream. S I M D represents Single instruction, multiple data stream. M I M D represents Multiple instruction, multiple data stream. In diagram a, indicating S I S D part of the processor, C U leads to P U through I S. P U leads to M U through D S. In diagram b, indicating S I M D (with distributed memory), C U leads to PU sub 1, P U sub 2, series of P U and P U sub n through I S. P U sub 1 leads to L M sub 1 through D S with a bidirectional arrow. P U sub 2 leads to L M sub 2 through D S with a bidirectional arrow. P U sub n leads to L M sub n through D S with a bidirectional arrow. In diagram c, indicating M I M D (with shared memory), C U sub 1 leads to P U sub 1 through I S. P U sub 1 leads to Shared memory through DS with a bidirectional arrow. C U sub 2 leads to P U sub 2 through I S. P U sub 2 leads to Shared memory through D S with a bidirectional arrow. P U sub 2 leads to Shared memory through D S with a bidirectional arrow. C U sub 2 leads to P U sub 2 through I S. P U sub 2 leads to Shared memory through D S with a bidirectional arrow. C U sub n leads to P U sub n through I S. P U sub n leads to Shared memory through D S with a bidirectional arrow. In diagram d, indicating M I M D (with distributed memory). C U sub 1 leads to P U sub 1 through I S. P U sub 1 directs to L M sub 1 through D S with a bidirectional arrow. L M sub 1 directs to Interconnection network with a bidirectional arrow. C U sub 2 leads to P U sub 2 through I S. P U sub 2 directs to L M sub 2 through D S with a bidirectional arrow. L M sub 2 directs to Interconnection network with a bidirectional arrow. C U sub n leads to P U sub n through I S. P U sub n directs to L M sub n through D S with a bidirectional arrow. L M sub n directs to Interconnection network with a bidirectional arrow." title="Four different computer organizational structures are labeled a, b, c, and d."/>
          <p:cNvPicPr>
            <a:picLocks noChangeAspect="1"/>
          </p:cNvPicPr>
          <p:nvPr/>
        </p:nvPicPr>
        <p:blipFill rotWithShape="1">
          <a:blip r:embed="rId3">
            <a:extLst>
              <a:ext uri="{28A0092B-C50C-407E-A947-70E740481C1C}">
                <a14:useLocalDpi xmlns:a14="http://schemas.microsoft.com/office/drawing/2010/main" val="0"/>
              </a:ext>
            </a:extLst>
          </a:blip>
          <a:srcRect l="5987" t="6933" r="6540" b="17067"/>
          <a:stretch/>
        </p:blipFill>
        <p:spPr>
          <a:xfrm>
            <a:off x="838200" y="1862826"/>
            <a:ext cx="7924800" cy="4233174"/>
          </a:xfrm>
          <a:prstGeom prst="rect">
            <a:avLst/>
          </a:prstGeom>
        </p:spPr>
      </p:pic>
    </p:spTree>
    <p:extLst>
      <p:ext uri="{BB962C8B-B14F-4D97-AF65-F5344CB8AC3E}">
        <p14:creationId xmlns:p14="http://schemas.microsoft.com/office/powerpoint/2010/main" val="2021761117"/>
      </p:ext>
    </p:extLst>
  </p:cSld>
  <p:clrMapOvr>
    <a:masterClrMapping/>
  </p:clrMapOvr>
  <p:transition spd="med">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4F0CD-D5A4-43D5-BCE0-E0DAFA913D76}"/>
              </a:ext>
            </a:extLst>
          </p:cNvPr>
          <p:cNvSpPr>
            <a:spLocks noGrp="1"/>
          </p:cNvSpPr>
          <p:nvPr>
            <p:ph type="title"/>
          </p:nvPr>
        </p:nvSpPr>
        <p:spPr/>
        <p:txBody>
          <a:bodyPr/>
          <a:lstStyle/>
          <a:p>
            <a:r>
              <a:rPr lang="en-US" dirty="0"/>
              <a:t>What is Distributed Computing</a:t>
            </a:r>
          </a:p>
        </p:txBody>
      </p:sp>
      <p:sp>
        <p:nvSpPr>
          <p:cNvPr id="3" name="Content Placeholder 2">
            <a:extLst>
              <a:ext uri="{FF2B5EF4-FFF2-40B4-BE49-F238E27FC236}">
                <a16:creationId xmlns:a16="http://schemas.microsoft.com/office/drawing/2014/main" id="{4F4C99B7-968C-4D42-BB94-10878ED1F3F6}"/>
              </a:ext>
            </a:extLst>
          </p:cNvPr>
          <p:cNvSpPr>
            <a:spLocks noGrp="1"/>
          </p:cNvSpPr>
          <p:nvPr>
            <p:ph idx="1"/>
          </p:nvPr>
        </p:nvSpPr>
        <p:spPr/>
        <p:txBody>
          <a:bodyPr/>
          <a:lstStyle/>
          <a:p>
            <a:r>
              <a:rPr lang="en-US" dirty="0"/>
              <a:t>Activities performed on a distributed system</a:t>
            </a:r>
          </a:p>
          <a:p>
            <a:r>
              <a:rPr lang="en-US" altLang="zh-TW" dirty="0">
                <a:ea typeface="新細明體" panose="02020500000000000000" pitchFamily="18" charset="-120"/>
              </a:rPr>
              <a:t>A </a:t>
            </a:r>
            <a:r>
              <a:rPr lang="en-US" altLang="zh-TW" i="1" dirty="0">
                <a:ea typeface="新細明體" panose="02020500000000000000" pitchFamily="18" charset="-120"/>
              </a:rPr>
              <a:t>distributed system</a:t>
            </a:r>
            <a:r>
              <a:rPr lang="en-US" altLang="zh-TW" dirty="0">
                <a:ea typeface="新細明體" panose="02020500000000000000" pitchFamily="18" charset="-120"/>
              </a:rPr>
              <a:t>  is one in which </a:t>
            </a:r>
            <a:r>
              <a:rPr lang="en-US" altLang="zh-TW" b="1" dirty="0">
                <a:ea typeface="新細明體" panose="02020500000000000000" pitchFamily="18" charset="-120"/>
              </a:rPr>
              <a:t>components</a:t>
            </a:r>
            <a:r>
              <a:rPr lang="en-US" altLang="zh-TW" dirty="0">
                <a:ea typeface="新細明體" panose="02020500000000000000" pitchFamily="18" charset="-120"/>
              </a:rPr>
              <a:t> located at networked computers communicate and </a:t>
            </a:r>
            <a:r>
              <a:rPr lang="en-US" altLang="zh-TW" b="1" dirty="0">
                <a:ea typeface="新細明體" panose="02020500000000000000" pitchFamily="18" charset="-120"/>
              </a:rPr>
              <a:t>coordinate</a:t>
            </a:r>
            <a:r>
              <a:rPr lang="en-US" altLang="zh-TW" dirty="0">
                <a:ea typeface="新細明體" panose="02020500000000000000" pitchFamily="18" charset="-120"/>
              </a:rPr>
              <a:t> their actions only by passing </a:t>
            </a:r>
            <a:r>
              <a:rPr lang="en-US" altLang="zh-TW" b="1" dirty="0">
                <a:ea typeface="新細明體" panose="02020500000000000000" pitchFamily="18" charset="-120"/>
              </a:rPr>
              <a:t>messages</a:t>
            </a:r>
            <a:r>
              <a:rPr lang="en-US" altLang="zh-TW" dirty="0">
                <a:ea typeface="新細明體" panose="02020500000000000000" pitchFamily="18" charset="-120"/>
              </a:rPr>
              <a:t>.  </a:t>
            </a:r>
            <a:endParaRPr lang="en-US" dirty="0"/>
          </a:p>
        </p:txBody>
      </p:sp>
    </p:spTree>
    <p:extLst>
      <p:ext uri="{BB962C8B-B14F-4D97-AF65-F5344CB8AC3E}">
        <p14:creationId xmlns:p14="http://schemas.microsoft.com/office/powerpoint/2010/main" val="3226523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30BC1-940F-4F7F-A6DB-B9FB1F30EA3E}"/>
              </a:ext>
            </a:extLst>
          </p:cNvPr>
          <p:cNvSpPr>
            <a:spLocks noGrp="1"/>
          </p:cNvSpPr>
          <p:nvPr>
            <p:ph type="title"/>
          </p:nvPr>
        </p:nvSpPr>
        <p:spPr/>
        <p:txBody>
          <a:bodyPr/>
          <a:lstStyle/>
          <a:p>
            <a:r>
              <a:rPr lang="en-US" altLang="zh-TW" dirty="0">
                <a:ea typeface="新細明體" panose="02020500000000000000" pitchFamily="18" charset="-120"/>
              </a:rPr>
              <a:t>Characteristics of distributed systems:</a:t>
            </a:r>
            <a:endParaRPr lang="en-US" dirty="0"/>
          </a:p>
        </p:txBody>
      </p:sp>
      <p:sp>
        <p:nvSpPr>
          <p:cNvPr id="3" name="Content Placeholder 2">
            <a:extLst>
              <a:ext uri="{FF2B5EF4-FFF2-40B4-BE49-F238E27FC236}">
                <a16:creationId xmlns:a16="http://schemas.microsoft.com/office/drawing/2014/main" id="{1C105BC4-5293-4FD0-9177-CF6CB99AB581}"/>
              </a:ext>
            </a:extLst>
          </p:cNvPr>
          <p:cNvSpPr>
            <a:spLocks noGrp="1"/>
          </p:cNvSpPr>
          <p:nvPr>
            <p:ph idx="1"/>
          </p:nvPr>
        </p:nvSpPr>
        <p:spPr/>
        <p:txBody>
          <a:bodyPr/>
          <a:lstStyle/>
          <a:p>
            <a:pPr marL="0" indent="0" eaLnBrk="1" hangingPunct="1"/>
            <a:r>
              <a:rPr lang="en-US" altLang="zh-TW" dirty="0">
                <a:ea typeface="新細明體" panose="02020500000000000000" pitchFamily="18" charset="-120"/>
              </a:rPr>
              <a:t>Concurrency of components</a:t>
            </a:r>
          </a:p>
          <a:p>
            <a:pPr marL="0" indent="0" eaLnBrk="1" hangingPunct="1"/>
            <a:r>
              <a:rPr lang="en-US" altLang="zh-TW" dirty="0">
                <a:ea typeface="新細明體" panose="02020500000000000000" pitchFamily="18" charset="-120"/>
              </a:rPr>
              <a:t> Lack of a global ‘clock’</a:t>
            </a:r>
          </a:p>
          <a:p>
            <a:pPr marL="0" indent="0" eaLnBrk="1" hangingPunct="1"/>
            <a:r>
              <a:rPr lang="en-US" altLang="zh-TW" dirty="0">
                <a:ea typeface="新細明體" panose="02020500000000000000" pitchFamily="18" charset="-120"/>
              </a:rPr>
              <a:t> Independent failures of components</a:t>
            </a:r>
          </a:p>
          <a:p>
            <a:endParaRPr lang="en-US" dirty="0"/>
          </a:p>
        </p:txBody>
      </p:sp>
    </p:spTree>
    <p:extLst>
      <p:ext uri="{BB962C8B-B14F-4D97-AF65-F5344CB8AC3E}">
        <p14:creationId xmlns:p14="http://schemas.microsoft.com/office/powerpoint/2010/main" val="276258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049E59B-6A46-4152-879A-A4B6C2183935}"/>
              </a:ext>
            </a:extLst>
          </p:cNvPr>
          <p:cNvSpPr>
            <a:spLocks noGrp="1" noChangeArrowheads="1"/>
          </p:cNvSpPr>
          <p:nvPr>
            <p:ph type="title"/>
          </p:nvPr>
        </p:nvSpPr>
        <p:spPr/>
        <p:txBody>
          <a:bodyPr/>
          <a:lstStyle/>
          <a:p>
            <a:pPr eaLnBrk="1" fontAlgn="auto" hangingPunct="1">
              <a:spcAft>
                <a:spcPts val="0"/>
              </a:spcAft>
              <a:defRPr/>
            </a:pPr>
            <a:r>
              <a:rPr lang="en-US" altLang="zh-TW">
                <a:ea typeface="+mj-ea"/>
                <a:cs typeface="+mj-cs"/>
              </a:rPr>
              <a:t>2. Examples of Distributed Systems</a:t>
            </a:r>
          </a:p>
        </p:txBody>
      </p:sp>
      <p:sp>
        <p:nvSpPr>
          <p:cNvPr id="27650" name="Rectangle 3">
            <a:extLst>
              <a:ext uri="{FF2B5EF4-FFF2-40B4-BE49-F238E27FC236}">
                <a16:creationId xmlns:a16="http://schemas.microsoft.com/office/drawing/2014/main" id="{56DFB5F4-1E4B-4BB8-8485-D89BF4CF3BE5}"/>
              </a:ext>
            </a:extLst>
          </p:cNvPr>
          <p:cNvSpPr>
            <a:spLocks noGrp="1" noChangeArrowheads="1"/>
          </p:cNvSpPr>
          <p:nvPr>
            <p:ph sz="quarter" idx="1"/>
          </p:nvPr>
        </p:nvSpPr>
        <p:spPr>
          <a:xfrm>
            <a:off x="523143" y="1951892"/>
            <a:ext cx="7948246" cy="4149969"/>
          </a:xfrm>
        </p:spPr>
        <p:txBody>
          <a:bodyPr/>
          <a:lstStyle/>
          <a:p>
            <a:pPr eaLnBrk="1" hangingPunct="1"/>
            <a:r>
              <a:rPr lang="en-US" altLang="zh-TW">
                <a:ea typeface="新細明體" panose="02020500000000000000" pitchFamily="18" charset="-120"/>
              </a:rPr>
              <a:t>Local Area Network and Intranet</a:t>
            </a:r>
          </a:p>
          <a:p>
            <a:pPr eaLnBrk="1" hangingPunct="1">
              <a:buFont typeface="Symbol" panose="05050102010706020507" pitchFamily="18" charset="2"/>
              <a:buNone/>
            </a:pPr>
            <a:endParaRPr lang="en-US" altLang="zh-TW" sz="738">
              <a:ea typeface="新細明體" panose="02020500000000000000" pitchFamily="18" charset="-120"/>
            </a:endParaRPr>
          </a:p>
          <a:p>
            <a:pPr eaLnBrk="1" hangingPunct="1"/>
            <a:r>
              <a:rPr lang="en-US" altLang="zh-TW">
                <a:ea typeface="新細明體" panose="02020500000000000000" pitchFamily="18" charset="-120"/>
              </a:rPr>
              <a:t>Database Management System</a:t>
            </a:r>
          </a:p>
          <a:p>
            <a:pPr eaLnBrk="1" hangingPunct="1">
              <a:buFont typeface="Symbol" panose="05050102010706020507" pitchFamily="18" charset="2"/>
              <a:buNone/>
            </a:pPr>
            <a:endParaRPr lang="en-US" altLang="zh-TW" sz="738">
              <a:ea typeface="新細明體" panose="02020500000000000000" pitchFamily="18" charset="-120"/>
            </a:endParaRPr>
          </a:p>
          <a:p>
            <a:pPr eaLnBrk="1" hangingPunct="1"/>
            <a:r>
              <a:rPr lang="en-US" altLang="zh-TW">
                <a:ea typeface="新細明體" panose="02020500000000000000" pitchFamily="18" charset="-120"/>
              </a:rPr>
              <a:t>Automatic Teller Machine Network</a:t>
            </a:r>
            <a:endParaRPr lang="en-US" altLang="zh-TW" sz="738">
              <a:ea typeface="新細明體" panose="02020500000000000000" pitchFamily="18" charset="-120"/>
            </a:endParaRPr>
          </a:p>
          <a:p>
            <a:pPr eaLnBrk="1" hangingPunct="1">
              <a:buFont typeface="Symbol" panose="05050102010706020507" pitchFamily="18" charset="2"/>
              <a:buNone/>
            </a:pPr>
            <a:endParaRPr lang="en-US" altLang="zh-TW" sz="738">
              <a:ea typeface="新細明體" panose="02020500000000000000" pitchFamily="18" charset="-120"/>
            </a:endParaRPr>
          </a:p>
          <a:p>
            <a:pPr eaLnBrk="1" hangingPunct="1"/>
            <a:r>
              <a:rPr lang="en-US" altLang="zh-TW">
                <a:ea typeface="新細明體" panose="02020500000000000000" pitchFamily="18" charset="-120"/>
              </a:rPr>
              <a:t>Internet/World-Wide Web</a:t>
            </a:r>
          </a:p>
          <a:p>
            <a:pPr eaLnBrk="1" hangingPunct="1">
              <a:buFont typeface="Symbol" panose="05050102010706020507" pitchFamily="18" charset="2"/>
              <a:buNone/>
            </a:pPr>
            <a:endParaRPr lang="en-US" altLang="zh-TW" sz="738">
              <a:ea typeface="新細明體" panose="02020500000000000000" pitchFamily="18" charset="-120"/>
            </a:endParaRPr>
          </a:p>
          <a:p>
            <a:pPr eaLnBrk="1" hangingPunct="1"/>
            <a:r>
              <a:rPr lang="en-US" altLang="zh-TW">
                <a:ea typeface="新細明體" panose="02020500000000000000" pitchFamily="18" charset="-120"/>
              </a:rPr>
              <a:t>Mobile and Ubiquitous Computing</a:t>
            </a:r>
          </a:p>
          <a:p>
            <a:pPr eaLnBrk="1" hangingPunct="1">
              <a:buFont typeface="Symbol" panose="05050102010706020507" pitchFamily="18" charset="2"/>
              <a:buNone/>
            </a:pPr>
            <a:endParaRPr lang="zh-TW" altLang="en-US">
              <a:ea typeface="新細明體" panose="02020500000000000000" pitchFamily="18" charset="-120"/>
            </a:endParaRPr>
          </a:p>
        </p:txBody>
      </p:sp>
      <p:sp>
        <p:nvSpPr>
          <p:cNvPr id="27651" name="Slide Number Placeholder 3">
            <a:extLst>
              <a:ext uri="{FF2B5EF4-FFF2-40B4-BE49-F238E27FC236}">
                <a16:creationId xmlns:a16="http://schemas.microsoft.com/office/drawing/2014/main" id="{3D801706-E18B-456B-9C33-D5B4C055150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15">
                <a:solidFill>
                  <a:schemeClr val="tx1"/>
                </a:solidFill>
                <a:latin typeface="Times New Roman" panose="02020603050405020304" pitchFamily="18" charset="0"/>
                <a:ea typeface="ＭＳ Ｐゴシック" panose="020B0600070205080204" pitchFamily="34" charset="-128"/>
              </a:defRPr>
            </a:lvl1pPr>
            <a:lvl2pPr marL="685817" indent="-263776">
              <a:defRPr sz="2215">
                <a:solidFill>
                  <a:schemeClr val="tx1"/>
                </a:solidFill>
                <a:latin typeface="Times New Roman" panose="02020603050405020304" pitchFamily="18" charset="0"/>
                <a:ea typeface="ＭＳ Ｐゴシック" panose="020B0600070205080204" pitchFamily="34" charset="-128"/>
              </a:defRPr>
            </a:lvl2pPr>
            <a:lvl3pPr marL="1055103" indent="-211021">
              <a:defRPr sz="2215">
                <a:solidFill>
                  <a:schemeClr val="tx1"/>
                </a:solidFill>
                <a:latin typeface="Times New Roman" panose="02020603050405020304" pitchFamily="18" charset="0"/>
                <a:ea typeface="ＭＳ Ｐゴシック" panose="020B0600070205080204" pitchFamily="34" charset="-128"/>
              </a:defRPr>
            </a:lvl3pPr>
            <a:lvl4pPr marL="1477145" indent="-211021">
              <a:defRPr sz="2215">
                <a:solidFill>
                  <a:schemeClr val="tx1"/>
                </a:solidFill>
                <a:latin typeface="Times New Roman" panose="02020603050405020304" pitchFamily="18" charset="0"/>
                <a:ea typeface="ＭＳ Ｐゴシック" panose="020B0600070205080204" pitchFamily="34" charset="-128"/>
              </a:defRPr>
            </a:lvl4pPr>
            <a:lvl5pPr marL="1899186" indent="-211021">
              <a:defRPr sz="2215">
                <a:solidFill>
                  <a:schemeClr val="tx1"/>
                </a:solidFill>
                <a:latin typeface="Times New Roman" panose="02020603050405020304" pitchFamily="18" charset="0"/>
                <a:ea typeface="ＭＳ Ｐゴシック" panose="020B0600070205080204" pitchFamily="34" charset="-128"/>
              </a:defRPr>
            </a:lvl5pPr>
            <a:lvl6pPr marL="2321227"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6pPr>
            <a:lvl7pPr marL="2743269"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7pPr>
            <a:lvl8pPr marL="3165310"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8pPr>
            <a:lvl9pPr marL="3587351"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9pPr>
          </a:lstStyle>
          <a:p>
            <a:fld id="{26035A6E-176A-492D-A099-6C9E90016BC9}" type="slidenum">
              <a:rPr lang="en-US" altLang="en-US" sz="1292">
                <a:solidFill>
                  <a:srgbClr val="FFFFFF"/>
                </a:solidFill>
              </a:rPr>
              <a:pPr/>
              <a:t>21</a:t>
            </a:fld>
            <a:endParaRPr lang="en-US" altLang="en-US" sz="1292">
              <a:solidFill>
                <a:srgbClr val="FFFFFF"/>
              </a:solidFill>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06FD06A-DDCB-4102-BDA7-61D99D6E2735}"/>
              </a:ext>
            </a:extLst>
          </p:cNvPr>
          <p:cNvSpPr>
            <a:spLocks noGrp="1" noChangeArrowheads="1"/>
          </p:cNvSpPr>
          <p:nvPr>
            <p:ph type="title"/>
          </p:nvPr>
        </p:nvSpPr>
        <p:spPr/>
        <p:txBody>
          <a:bodyPr/>
          <a:lstStyle/>
          <a:p>
            <a:pPr eaLnBrk="1" fontAlgn="auto" hangingPunct="1">
              <a:spcAft>
                <a:spcPts val="0"/>
              </a:spcAft>
              <a:defRPr/>
            </a:pPr>
            <a:r>
              <a:rPr lang="en-US" altLang="zh-TW">
                <a:ea typeface="+mj-ea"/>
                <a:cs typeface="+mj-cs"/>
              </a:rPr>
              <a:t>2.1 Local Area Network</a:t>
            </a:r>
          </a:p>
        </p:txBody>
      </p:sp>
      <p:pic>
        <p:nvPicPr>
          <p:cNvPr id="29698" name="Picture 5">
            <a:extLst>
              <a:ext uri="{FF2B5EF4-FFF2-40B4-BE49-F238E27FC236}">
                <a16:creationId xmlns:a16="http://schemas.microsoft.com/office/drawing/2014/main" id="{13A2193A-3F0A-43E0-B985-5536109BE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613" y="1792166"/>
            <a:ext cx="7627326" cy="4450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Slide Number Placeholder 3">
            <a:extLst>
              <a:ext uri="{FF2B5EF4-FFF2-40B4-BE49-F238E27FC236}">
                <a16:creationId xmlns:a16="http://schemas.microsoft.com/office/drawing/2014/main" id="{B5D6AC51-05D0-4A2D-8CFE-AF146ADED74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15">
                <a:solidFill>
                  <a:schemeClr val="tx1"/>
                </a:solidFill>
                <a:latin typeface="Times New Roman" panose="02020603050405020304" pitchFamily="18" charset="0"/>
                <a:ea typeface="ＭＳ Ｐゴシック" panose="020B0600070205080204" pitchFamily="34" charset="-128"/>
              </a:defRPr>
            </a:lvl1pPr>
            <a:lvl2pPr marL="685817" indent="-263776">
              <a:defRPr sz="2215">
                <a:solidFill>
                  <a:schemeClr val="tx1"/>
                </a:solidFill>
                <a:latin typeface="Times New Roman" panose="02020603050405020304" pitchFamily="18" charset="0"/>
                <a:ea typeface="ＭＳ Ｐゴシック" panose="020B0600070205080204" pitchFamily="34" charset="-128"/>
              </a:defRPr>
            </a:lvl2pPr>
            <a:lvl3pPr marL="1055103" indent="-211021">
              <a:defRPr sz="2215">
                <a:solidFill>
                  <a:schemeClr val="tx1"/>
                </a:solidFill>
                <a:latin typeface="Times New Roman" panose="02020603050405020304" pitchFamily="18" charset="0"/>
                <a:ea typeface="ＭＳ Ｐゴシック" panose="020B0600070205080204" pitchFamily="34" charset="-128"/>
              </a:defRPr>
            </a:lvl3pPr>
            <a:lvl4pPr marL="1477145" indent="-211021">
              <a:defRPr sz="2215">
                <a:solidFill>
                  <a:schemeClr val="tx1"/>
                </a:solidFill>
                <a:latin typeface="Times New Roman" panose="02020603050405020304" pitchFamily="18" charset="0"/>
                <a:ea typeface="ＭＳ Ｐゴシック" panose="020B0600070205080204" pitchFamily="34" charset="-128"/>
              </a:defRPr>
            </a:lvl4pPr>
            <a:lvl5pPr marL="1899186" indent="-211021">
              <a:defRPr sz="2215">
                <a:solidFill>
                  <a:schemeClr val="tx1"/>
                </a:solidFill>
                <a:latin typeface="Times New Roman" panose="02020603050405020304" pitchFamily="18" charset="0"/>
                <a:ea typeface="ＭＳ Ｐゴシック" panose="020B0600070205080204" pitchFamily="34" charset="-128"/>
              </a:defRPr>
            </a:lvl5pPr>
            <a:lvl6pPr marL="2321227"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6pPr>
            <a:lvl7pPr marL="2743269"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7pPr>
            <a:lvl8pPr marL="3165310"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8pPr>
            <a:lvl9pPr marL="3587351"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9pPr>
          </a:lstStyle>
          <a:p>
            <a:fld id="{17B8B567-1A0B-41AA-851A-E11BA105987B}" type="slidenum">
              <a:rPr lang="en-US" altLang="en-US" sz="1292">
                <a:solidFill>
                  <a:srgbClr val="FFFFFF"/>
                </a:solidFill>
              </a:rPr>
              <a:pPr/>
              <a:t>22</a:t>
            </a:fld>
            <a:endParaRPr lang="en-US" altLang="en-US" sz="1292">
              <a:solidFill>
                <a:srgbClr val="FFFFFF"/>
              </a:solidFill>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DFF853E-ABD5-4B81-8FF7-A96E07062E28}"/>
              </a:ext>
            </a:extLst>
          </p:cNvPr>
          <p:cNvSpPr>
            <a:spLocks noGrp="1" noChangeArrowheads="1"/>
          </p:cNvSpPr>
          <p:nvPr>
            <p:ph type="title"/>
          </p:nvPr>
        </p:nvSpPr>
        <p:spPr/>
        <p:txBody>
          <a:bodyPr/>
          <a:lstStyle/>
          <a:p>
            <a:pPr eaLnBrk="1" fontAlgn="auto" hangingPunct="1">
              <a:spcAft>
                <a:spcPts val="0"/>
              </a:spcAft>
              <a:defRPr/>
            </a:pPr>
            <a:r>
              <a:rPr lang="en-US" altLang="zh-TW">
                <a:ea typeface="+mj-ea"/>
                <a:cs typeface="+mj-cs"/>
              </a:rPr>
              <a:t>2.2 Database Management System</a:t>
            </a:r>
          </a:p>
        </p:txBody>
      </p:sp>
      <p:pic>
        <p:nvPicPr>
          <p:cNvPr id="20483" name="Picture 3">
            <a:extLst>
              <a:ext uri="{FF2B5EF4-FFF2-40B4-BE49-F238E27FC236}">
                <a16:creationId xmlns:a16="http://schemas.microsoft.com/office/drawing/2014/main" id="{69893A91-7565-439B-94AF-D6494C3535C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389" y="1987061"/>
            <a:ext cx="7556988" cy="3875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1747" name="Slide Number Placeholder 3">
            <a:extLst>
              <a:ext uri="{FF2B5EF4-FFF2-40B4-BE49-F238E27FC236}">
                <a16:creationId xmlns:a16="http://schemas.microsoft.com/office/drawing/2014/main" id="{A0BCF71D-B60D-4CA2-BE6B-C76A82D7054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15">
                <a:solidFill>
                  <a:schemeClr val="tx1"/>
                </a:solidFill>
                <a:latin typeface="Times New Roman" panose="02020603050405020304" pitchFamily="18" charset="0"/>
                <a:ea typeface="ＭＳ Ｐゴシック" panose="020B0600070205080204" pitchFamily="34" charset="-128"/>
              </a:defRPr>
            </a:lvl1pPr>
            <a:lvl2pPr marL="685817" indent="-263776">
              <a:defRPr sz="2215">
                <a:solidFill>
                  <a:schemeClr val="tx1"/>
                </a:solidFill>
                <a:latin typeface="Times New Roman" panose="02020603050405020304" pitchFamily="18" charset="0"/>
                <a:ea typeface="ＭＳ Ｐゴシック" panose="020B0600070205080204" pitchFamily="34" charset="-128"/>
              </a:defRPr>
            </a:lvl2pPr>
            <a:lvl3pPr marL="1055103" indent="-211021">
              <a:defRPr sz="2215">
                <a:solidFill>
                  <a:schemeClr val="tx1"/>
                </a:solidFill>
                <a:latin typeface="Times New Roman" panose="02020603050405020304" pitchFamily="18" charset="0"/>
                <a:ea typeface="ＭＳ Ｐゴシック" panose="020B0600070205080204" pitchFamily="34" charset="-128"/>
              </a:defRPr>
            </a:lvl3pPr>
            <a:lvl4pPr marL="1477145" indent="-211021">
              <a:defRPr sz="2215">
                <a:solidFill>
                  <a:schemeClr val="tx1"/>
                </a:solidFill>
                <a:latin typeface="Times New Roman" panose="02020603050405020304" pitchFamily="18" charset="0"/>
                <a:ea typeface="ＭＳ Ｐゴシック" panose="020B0600070205080204" pitchFamily="34" charset="-128"/>
              </a:defRPr>
            </a:lvl4pPr>
            <a:lvl5pPr marL="1899186" indent="-211021">
              <a:defRPr sz="2215">
                <a:solidFill>
                  <a:schemeClr val="tx1"/>
                </a:solidFill>
                <a:latin typeface="Times New Roman" panose="02020603050405020304" pitchFamily="18" charset="0"/>
                <a:ea typeface="ＭＳ Ｐゴシック" panose="020B0600070205080204" pitchFamily="34" charset="-128"/>
              </a:defRPr>
            </a:lvl5pPr>
            <a:lvl6pPr marL="2321227"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6pPr>
            <a:lvl7pPr marL="2743269"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7pPr>
            <a:lvl8pPr marL="3165310"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8pPr>
            <a:lvl9pPr marL="3587351"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9pPr>
          </a:lstStyle>
          <a:p>
            <a:fld id="{F3D5A037-564A-4382-8609-94597D42F338}" type="slidenum">
              <a:rPr lang="en-US" altLang="en-US" sz="1292">
                <a:solidFill>
                  <a:srgbClr val="FFFFFF"/>
                </a:solidFill>
              </a:rPr>
              <a:pPr/>
              <a:t>23</a:t>
            </a:fld>
            <a:endParaRPr lang="en-US" altLang="en-US" sz="1292">
              <a:solidFill>
                <a:srgbClr val="FFFFFF"/>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wipe(left)">
                                      <p:cBhvr>
                                        <p:cTn id="7" dur="500"/>
                                        <p:tgtEl>
                                          <p:spTgt spid="20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B1C83EA-A95A-4015-A18B-091B6504DEA0}"/>
              </a:ext>
            </a:extLst>
          </p:cNvPr>
          <p:cNvSpPr>
            <a:spLocks noGrp="1" noChangeArrowheads="1"/>
          </p:cNvSpPr>
          <p:nvPr>
            <p:ph type="title"/>
          </p:nvPr>
        </p:nvSpPr>
        <p:spPr/>
        <p:txBody>
          <a:bodyPr/>
          <a:lstStyle/>
          <a:p>
            <a:pPr eaLnBrk="1" fontAlgn="auto" hangingPunct="1">
              <a:spcAft>
                <a:spcPts val="0"/>
              </a:spcAft>
              <a:defRPr/>
            </a:pPr>
            <a:r>
              <a:rPr lang="en-US" altLang="zh-TW">
                <a:ea typeface="+mj-ea"/>
                <a:cs typeface="+mj-cs"/>
              </a:rPr>
              <a:t>2.3 Automatic Teller Machine Network</a:t>
            </a:r>
          </a:p>
        </p:txBody>
      </p:sp>
      <p:pic>
        <p:nvPicPr>
          <p:cNvPr id="22531" name="Picture 3">
            <a:extLst>
              <a:ext uri="{FF2B5EF4-FFF2-40B4-BE49-F238E27FC236}">
                <a16:creationId xmlns:a16="http://schemas.microsoft.com/office/drawing/2014/main" id="{C8A5CA7E-C303-47AA-93D7-B1E4EF04D1C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008" y="2135066"/>
            <a:ext cx="8707315" cy="3474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3795" name="Slide Number Placeholder 3">
            <a:extLst>
              <a:ext uri="{FF2B5EF4-FFF2-40B4-BE49-F238E27FC236}">
                <a16:creationId xmlns:a16="http://schemas.microsoft.com/office/drawing/2014/main" id="{EEA36862-74C0-4220-8775-6EA95277F76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15">
                <a:solidFill>
                  <a:schemeClr val="tx1"/>
                </a:solidFill>
                <a:latin typeface="Times New Roman" panose="02020603050405020304" pitchFamily="18" charset="0"/>
                <a:ea typeface="ＭＳ Ｐゴシック" panose="020B0600070205080204" pitchFamily="34" charset="-128"/>
              </a:defRPr>
            </a:lvl1pPr>
            <a:lvl2pPr marL="685817" indent="-263776">
              <a:defRPr sz="2215">
                <a:solidFill>
                  <a:schemeClr val="tx1"/>
                </a:solidFill>
                <a:latin typeface="Times New Roman" panose="02020603050405020304" pitchFamily="18" charset="0"/>
                <a:ea typeface="ＭＳ Ｐゴシック" panose="020B0600070205080204" pitchFamily="34" charset="-128"/>
              </a:defRPr>
            </a:lvl2pPr>
            <a:lvl3pPr marL="1055103" indent="-211021">
              <a:defRPr sz="2215">
                <a:solidFill>
                  <a:schemeClr val="tx1"/>
                </a:solidFill>
                <a:latin typeface="Times New Roman" panose="02020603050405020304" pitchFamily="18" charset="0"/>
                <a:ea typeface="ＭＳ Ｐゴシック" panose="020B0600070205080204" pitchFamily="34" charset="-128"/>
              </a:defRPr>
            </a:lvl3pPr>
            <a:lvl4pPr marL="1477145" indent="-211021">
              <a:defRPr sz="2215">
                <a:solidFill>
                  <a:schemeClr val="tx1"/>
                </a:solidFill>
                <a:latin typeface="Times New Roman" panose="02020603050405020304" pitchFamily="18" charset="0"/>
                <a:ea typeface="ＭＳ Ｐゴシック" panose="020B0600070205080204" pitchFamily="34" charset="-128"/>
              </a:defRPr>
            </a:lvl4pPr>
            <a:lvl5pPr marL="1899186" indent="-211021">
              <a:defRPr sz="2215">
                <a:solidFill>
                  <a:schemeClr val="tx1"/>
                </a:solidFill>
                <a:latin typeface="Times New Roman" panose="02020603050405020304" pitchFamily="18" charset="0"/>
                <a:ea typeface="ＭＳ Ｐゴシック" panose="020B0600070205080204" pitchFamily="34" charset="-128"/>
              </a:defRPr>
            </a:lvl5pPr>
            <a:lvl6pPr marL="2321227"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6pPr>
            <a:lvl7pPr marL="2743269"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7pPr>
            <a:lvl8pPr marL="3165310"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8pPr>
            <a:lvl9pPr marL="3587351"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9pPr>
          </a:lstStyle>
          <a:p>
            <a:fld id="{E67B4D13-123C-4215-84E0-60E316A95047}" type="slidenum">
              <a:rPr lang="en-US" altLang="en-US" sz="1292">
                <a:solidFill>
                  <a:srgbClr val="FFFFFF"/>
                </a:solidFill>
              </a:rPr>
              <a:pPr/>
              <a:t>24</a:t>
            </a:fld>
            <a:endParaRPr lang="en-US" altLang="en-US" sz="1292">
              <a:solidFill>
                <a:srgbClr val="FFFFFF"/>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animEffect transition="in" filter="box(in)">
                                      <p:cBhvr>
                                        <p:cTn id="7" dur="500"/>
                                        <p:tgtEl>
                                          <p:spTgt spid="22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39DE0B08-CA1E-4825-8402-44F6F813CE95}"/>
              </a:ext>
            </a:extLst>
          </p:cNvPr>
          <p:cNvSpPr>
            <a:spLocks noGrp="1" noChangeArrowheads="1"/>
          </p:cNvSpPr>
          <p:nvPr>
            <p:ph type="title"/>
          </p:nvPr>
        </p:nvSpPr>
        <p:spPr/>
        <p:txBody>
          <a:bodyPr/>
          <a:lstStyle/>
          <a:p>
            <a:pPr eaLnBrk="1" fontAlgn="auto" hangingPunct="1">
              <a:spcAft>
                <a:spcPts val="0"/>
              </a:spcAft>
              <a:defRPr/>
            </a:pPr>
            <a:r>
              <a:rPr lang="en-US" altLang="zh-TW">
                <a:ea typeface="+mj-ea"/>
                <a:cs typeface="+mj-cs"/>
              </a:rPr>
              <a:t>2.4  Internet</a:t>
            </a:r>
          </a:p>
        </p:txBody>
      </p:sp>
      <p:grpSp>
        <p:nvGrpSpPr>
          <p:cNvPr id="35842" name="Group 3">
            <a:extLst>
              <a:ext uri="{FF2B5EF4-FFF2-40B4-BE49-F238E27FC236}">
                <a16:creationId xmlns:a16="http://schemas.microsoft.com/office/drawing/2014/main" id="{2BD16512-5498-4FAB-96BF-047736F73F55}"/>
              </a:ext>
            </a:extLst>
          </p:cNvPr>
          <p:cNvGrpSpPr>
            <a:grpSpLocks/>
          </p:cNvGrpSpPr>
          <p:nvPr/>
        </p:nvGrpSpPr>
        <p:grpSpPr bwMode="auto">
          <a:xfrm>
            <a:off x="647700" y="1560636"/>
            <a:ext cx="7683012" cy="3982915"/>
            <a:chOff x="442" y="885"/>
            <a:chExt cx="5243" cy="2718"/>
          </a:xfrm>
        </p:grpSpPr>
        <p:grpSp>
          <p:nvGrpSpPr>
            <p:cNvPr id="35844" name="Group 4">
              <a:extLst>
                <a:ext uri="{FF2B5EF4-FFF2-40B4-BE49-F238E27FC236}">
                  <a16:creationId xmlns:a16="http://schemas.microsoft.com/office/drawing/2014/main" id="{95C60D52-3870-4D47-BA59-E55A8ED7AA9B}"/>
                </a:ext>
              </a:extLst>
            </p:cNvPr>
            <p:cNvGrpSpPr>
              <a:grpSpLocks/>
            </p:cNvGrpSpPr>
            <p:nvPr/>
          </p:nvGrpSpPr>
          <p:grpSpPr bwMode="auto">
            <a:xfrm>
              <a:off x="442" y="885"/>
              <a:ext cx="5243" cy="2525"/>
              <a:chOff x="442" y="885"/>
              <a:chExt cx="5243" cy="2525"/>
            </a:xfrm>
          </p:grpSpPr>
          <p:sp>
            <p:nvSpPr>
              <p:cNvPr id="36147" name="Freeform 5">
                <a:extLst>
                  <a:ext uri="{FF2B5EF4-FFF2-40B4-BE49-F238E27FC236}">
                    <a16:creationId xmlns:a16="http://schemas.microsoft.com/office/drawing/2014/main" id="{77F04D6C-78E9-4C07-816C-5D2E3AB77E3F}"/>
                  </a:ext>
                </a:extLst>
              </p:cNvPr>
              <p:cNvSpPr>
                <a:spLocks/>
              </p:cNvSpPr>
              <p:nvPr/>
            </p:nvSpPr>
            <p:spPr bwMode="auto">
              <a:xfrm>
                <a:off x="470" y="1561"/>
                <a:ext cx="359" cy="207"/>
              </a:xfrm>
              <a:custGeom>
                <a:avLst/>
                <a:gdLst>
                  <a:gd name="T0" fmla="*/ 359 w 359"/>
                  <a:gd name="T1" fmla="*/ 0 h 207"/>
                  <a:gd name="T2" fmla="*/ 345 w 359"/>
                  <a:gd name="T3" fmla="*/ 41 h 207"/>
                  <a:gd name="T4" fmla="*/ 290 w 359"/>
                  <a:gd name="T5" fmla="*/ 83 h 207"/>
                  <a:gd name="T6" fmla="*/ 165 w 359"/>
                  <a:gd name="T7" fmla="*/ 138 h 207"/>
                  <a:gd name="T8" fmla="*/ 69 w 359"/>
                  <a:gd name="T9" fmla="*/ 193 h 207"/>
                  <a:gd name="T10" fmla="*/ 0 w 359"/>
                  <a:gd name="T11" fmla="*/ 207 h 207"/>
                  <a:gd name="T12" fmla="*/ 0 60000 65536"/>
                  <a:gd name="T13" fmla="*/ 0 60000 65536"/>
                  <a:gd name="T14" fmla="*/ 0 60000 65536"/>
                  <a:gd name="T15" fmla="*/ 0 60000 65536"/>
                  <a:gd name="T16" fmla="*/ 0 60000 65536"/>
                  <a:gd name="T17" fmla="*/ 0 60000 65536"/>
                  <a:gd name="T18" fmla="*/ 0 w 359"/>
                  <a:gd name="T19" fmla="*/ 0 h 207"/>
                  <a:gd name="T20" fmla="*/ 359 w 359"/>
                  <a:gd name="T21" fmla="*/ 207 h 207"/>
                </a:gdLst>
                <a:ahLst/>
                <a:cxnLst>
                  <a:cxn ang="T12">
                    <a:pos x="T0" y="T1"/>
                  </a:cxn>
                  <a:cxn ang="T13">
                    <a:pos x="T2" y="T3"/>
                  </a:cxn>
                  <a:cxn ang="T14">
                    <a:pos x="T4" y="T5"/>
                  </a:cxn>
                  <a:cxn ang="T15">
                    <a:pos x="T6" y="T7"/>
                  </a:cxn>
                  <a:cxn ang="T16">
                    <a:pos x="T8" y="T9"/>
                  </a:cxn>
                  <a:cxn ang="T17">
                    <a:pos x="T10" y="T11"/>
                  </a:cxn>
                </a:cxnLst>
                <a:rect l="T18" t="T19" r="T20" b="T21"/>
                <a:pathLst>
                  <a:path w="359" h="207">
                    <a:moveTo>
                      <a:pt x="359" y="0"/>
                    </a:moveTo>
                    <a:lnTo>
                      <a:pt x="345" y="41"/>
                    </a:lnTo>
                    <a:lnTo>
                      <a:pt x="290" y="83"/>
                    </a:lnTo>
                    <a:lnTo>
                      <a:pt x="165" y="138"/>
                    </a:lnTo>
                    <a:lnTo>
                      <a:pt x="69" y="193"/>
                    </a:lnTo>
                    <a:lnTo>
                      <a:pt x="0" y="207"/>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48" name="Freeform 6">
                <a:extLst>
                  <a:ext uri="{FF2B5EF4-FFF2-40B4-BE49-F238E27FC236}">
                    <a16:creationId xmlns:a16="http://schemas.microsoft.com/office/drawing/2014/main" id="{CD18DF1E-2F36-4811-9BC1-47FCA9DE3F61}"/>
                  </a:ext>
                </a:extLst>
              </p:cNvPr>
              <p:cNvSpPr>
                <a:spLocks/>
              </p:cNvSpPr>
              <p:nvPr/>
            </p:nvSpPr>
            <p:spPr bwMode="auto">
              <a:xfrm>
                <a:off x="635" y="1616"/>
                <a:ext cx="235" cy="442"/>
              </a:xfrm>
              <a:custGeom>
                <a:avLst/>
                <a:gdLst>
                  <a:gd name="T0" fmla="*/ 235 w 235"/>
                  <a:gd name="T1" fmla="*/ 0 h 442"/>
                  <a:gd name="T2" fmla="*/ 194 w 235"/>
                  <a:gd name="T3" fmla="*/ 166 h 442"/>
                  <a:gd name="T4" fmla="*/ 111 w 235"/>
                  <a:gd name="T5" fmla="*/ 290 h 442"/>
                  <a:gd name="T6" fmla="*/ 42 w 235"/>
                  <a:gd name="T7" fmla="*/ 400 h 442"/>
                  <a:gd name="T8" fmla="*/ 28 w 235"/>
                  <a:gd name="T9" fmla="*/ 442 h 442"/>
                  <a:gd name="T10" fmla="*/ 0 w 235"/>
                  <a:gd name="T11" fmla="*/ 414 h 442"/>
                  <a:gd name="T12" fmla="*/ 0 60000 65536"/>
                  <a:gd name="T13" fmla="*/ 0 60000 65536"/>
                  <a:gd name="T14" fmla="*/ 0 60000 65536"/>
                  <a:gd name="T15" fmla="*/ 0 60000 65536"/>
                  <a:gd name="T16" fmla="*/ 0 60000 65536"/>
                  <a:gd name="T17" fmla="*/ 0 60000 65536"/>
                  <a:gd name="T18" fmla="*/ 0 w 235"/>
                  <a:gd name="T19" fmla="*/ 0 h 442"/>
                  <a:gd name="T20" fmla="*/ 235 w 235"/>
                  <a:gd name="T21" fmla="*/ 442 h 442"/>
                </a:gdLst>
                <a:ahLst/>
                <a:cxnLst>
                  <a:cxn ang="T12">
                    <a:pos x="T0" y="T1"/>
                  </a:cxn>
                  <a:cxn ang="T13">
                    <a:pos x="T2" y="T3"/>
                  </a:cxn>
                  <a:cxn ang="T14">
                    <a:pos x="T4" y="T5"/>
                  </a:cxn>
                  <a:cxn ang="T15">
                    <a:pos x="T6" y="T7"/>
                  </a:cxn>
                  <a:cxn ang="T16">
                    <a:pos x="T8" y="T9"/>
                  </a:cxn>
                  <a:cxn ang="T17">
                    <a:pos x="T10" y="T11"/>
                  </a:cxn>
                </a:cxnLst>
                <a:rect l="T18" t="T19" r="T20" b="T21"/>
                <a:pathLst>
                  <a:path w="235" h="442">
                    <a:moveTo>
                      <a:pt x="235" y="0"/>
                    </a:moveTo>
                    <a:lnTo>
                      <a:pt x="194" y="166"/>
                    </a:lnTo>
                    <a:lnTo>
                      <a:pt x="111" y="290"/>
                    </a:lnTo>
                    <a:lnTo>
                      <a:pt x="42" y="400"/>
                    </a:lnTo>
                    <a:lnTo>
                      <a:pt x="28" y="442"/>
                    </a:lnTo>
                    <a:lnTo>
                      <a:pt x="0" y="414"/>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49" name="Freeform 7">
                <a:extLst>
                  <a:ext uri="{FF2B5EF4-FFF2-40B4-BE49-F238E27FC236}">
                    <a16:creationId xmlns:a16="http://schemas.microsoft.com/office/drawing/2014/main" id="{649168CF-5982-43E9-A9B2-584062B0C42B}"/>
                  </a:ext>
                </a:extLst>
              </p:cNvPr>
              <p:cNvSpPr>
                <a:spLocks/>
              </p:cNvSpPr>
              <p:nvPr/>
            </p:nvSpPr>
            <p:spPr bwMode="auto">
              <a:xfrm>
                <a:off x="1091" y="1520"/>
                <a:ext cx="69" cy="496"/>
              </a:xfrm>
              <a:custGeom>
                <a:avLst/>
                <a:gdLst>
                  <a:gd name="T0" fmla="*/ 0 w 69"/>
                  <a:gd name="T1" fmla="*/ 0 h 496"/>
                  <a:gd name="T2" fmla="*/ 13 w 69"/>
                  <a:gd name="T3" fmla="*/ 193 h 496"/>
                  <a:gd name="T4" fmla="*/ 41 w 69"/>
                  <a:gd name="T5" fmla="*/ 331 h 496"/>
                  <a:gd name="T6" fmla="*/ 55 w 69"/>
                  <a:gd name="T7" fmla="*/ 455 h 496"/>
                  <a:gd name="T8" fmla="*/ 69 w 69"/>
                  <a:gd name="T9" fmla="*/ 496 h 496"/>
                  <a:gd name="T10" fmla="*/ 69 w 69"/>
                  <a:gd name="T11" fmla="*/ 469 h 496"/>
                  <a:gd name="T12" fmla="*/ 0 60000 65536"/>
                  <a:gd name="T13" fmla="*/ 0 60000 65536"/>
                  <a:gd name="T14" fmla="*/ 0 60000 65536"/>
                  <a:gd name="T15" fmla="*/ 0 60000 65536"/>
                  <a:gd name="T16" fmla="*/ 0 60000 65536"/>
                  <a:gd name="T17" fmla="*/ 0 60000 65536"/>
                  <a:gd name="T18" fmla="*/ 0 w 69"/>
                  <a:gd name="T19" fmla="*/ 0 h 496"/>
                  <a:gd name="T20" fmla="*/ 69 w 69"/>
                  <a:gd name="T21" fmla="*/ 496 h 496"/>
                </a:gdLst>
                <a:ahLst/>
                <a:cxnLst>
                  <a:cxn ang="T12">
                    <a:pos x="T0" y="T1"/>
                  </a:cxn>
                  <a:cxn ang="T13">
                    <a:pos x="T2" y="T3"/>
                  </a:cxn>
                  <a:cxn ang="T14">
                    <a:pos x="T4" y="T5"/>
                  </a:cxn>
                  <a:cxn ang="T15">
                    <a:pos x="T6" y="T7"/>
                  </a:cxn>
                  <a:cxn ang="T16">
                    <a:pos x="T8" y="T9"/>
                  </a:cxn>
                  <a:cxn ang="T17">
                    <a:pos x="T10" y="T11"/>
                  </a:cxn>
                </a:cxnLst>
                <a:rect l="T18" t="T19" r="T20" b="T21"/>
                <a:pathLst>
                  <a:path w="69" h="496">
                    <a:moveTo>
                      <a:pt x="0" y="0"/>
                    </a:moveTo>
                    <a:lnTo>
                      <a:pt x="13" y="193"/>
                    </a:lnTo>
                    <a:lnTo>
                      <a:pt x="41" y="331"/>
                    </a:lnTo>
                    <a:lnTo>
                      <a:pt x="55" y="455"/>
                    </a:lnTo>
                    <a:lnTo>
                      <a:pt x="69" y="496"/>
                    </a:lnTo>
                    <a:lnTo>
                      <a:pt x="69" y="4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50" name="Freeform 8">
                <a:extLst>
                  <a:ext uri="{FF2B5EF4-FFF2-40B4-BE49-F238E27FC236}">
                    <a16:creationId xmlns:a16="http://schemas.microsoft.com/office/drawing/2014/main" id="{33DE881B-FB20-40A8-9A81-69E0ED32891D}"/>
                  </a:ext>
                </a:extLst>
              </p:cNvPr>
              <p:cNvSpPr>
                <a:spLocks/>
              </p:cNvSpPr>
              <p:nvPr/>
            </p:nvSpPr>
            <p:spPr bwMode="auto">
              <a:xfrm>
                <a:off x="911" y="1588"/>
                <a:ext cx="97" cy="483"/>
              </a:xfrm>
              <a:custGeom>
                <a:avLst/>
                <a:gdLst>
                  <a:gd name="T0" fmla="*/ 97 w 97"/>
                  <a:gd name="T1" fmla="*/ 0 h 483"/>
                  <a:gd name="T2" fmla="*/ 69 w 97"/>
                  <a:gd name="T3" fmla="*/ 180 h 483"/>
                  <a:gd name="T4" fmla="*/ 42 w 97"/>
                  <a:gd name="T5" fmla="*/ 318 h 483"/>
                  <a:gd name="T6" fmla="*/ 14 w 97"/>
                  <a:gd name="T7" fmla="*/ 442 h 483"/>
                  <a:gd name="T8" fmla="*/ 14 w 97"/>
                  <a:gd name="T9" fmla="*/ 483 h 483"/>
                  <a:gd name="T10" fmla="*/ 0 w 97"/>
                  <a:gd name="T11" fmla="*/ 456 h 483"/>
                  <a:gd name="T12" fmla="*/ 0 60000 65536"/>
                  <a:gd name="T13" fmla="*/ 0 60000 65536"/>
                  <a:gd name="T14" fmla="*/ 0 60000 65536"/>
                  <a:gd name="T15" fmla="*/ 0 60000 65536"/>
                  <a:gd name="T16" fmla="*/ 0 60000 65536"/>
                  <a:gd name="T17" fmla="*/ 0 60000 65536"/>
                  <a:gd name="T18" fmla="*/ 0 w 97"/>
                  <a:gd name="T19" fmla="*/ 0 h 483"/>
                  <a:gd name="T20" fmla="*/ 97 w 97"/>
                  <a:gd name="T21" fmla="*/ 483 h 483"/>
                </a:gdLst>
                <a:ahLst/>
                <a:cxnLst>
                  <a:cxn ang="T12">
                    <a:pos x="T0" y="T1"/>
                  </a:cxn>
                  <a:cxn ang="T13">
                    <a:pos x="T2" y="T3"/>
                  </a:cxn>
                  <a:cxn ang="T14">
                    <a:pos x="T4" y="T5"/>
                  </a:cxn>
                  <a:cxn ang="T15">
                    <a:pos x="T6" y="T7"/>
                  </a:cxn>
                  <a:cxn ang="T16">
                    <a:pos x="T8" y="T9"/>
                  </a:cxn>
                  <a:cxn ang="T17">
                    <a:pos x="T10" y="T11"/>
                  </a:cxn>
                </a:cxnLst>
                <a:rect l="T18" t="T19" r="T20" b="T21"/>
                <a:pathLst>
                  <a:path w="97" h="483">
                    <a:moveTo>
                      <a:pt x="97" y="0"/>
                    </a:moveTo>
                    <a:lnTo>
                      <a:pt x="69" y="180"/>
                    </a:lnTo>
                    <a:lnTo>
                      <a:pt x="42" y="318"/>
                    </a:lnTo>
                    <a:lnTo>
                      <a:pt x="14" y="442"/>
                    </a:lnTo>
                    <a:lnTo>
                      <a:pt x="14" y="483"/>
                    </a:lnTo>
                    <a:lnTo>
                      <a:pt x="0" y="456"/>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51" name="Freeform 9">
                <a:extLst>
                  <a:ext uri="{FF2B5EF4-FFF2-40B4-BE49-F238E27FC236}">
                    <a16:creationId xmlns:a16="http://schemas.microsoft.com/office/drawing/2014/main" id="{5A1402CB-D465-4779-B7D4-BA4691975E90}"/>
                  </a:ext>
                </a:extLst>
              </p:cNvPr>
              <p:cNvSpPr>
                <a:spLocks/>
              </p:cNvSpPr>
              <p:nvPr/>
            </p:nvSpPr>
            <p:spPr bwMode="auto">
              <a:xfrm>
                <a:off x="2264" y="1244"/>
                <a:ext cx="165" cy="496"/>
              </a:xfrm>
              <a:custGeom>
                <a:avLst/>
                <a:gdLst>
                  <a:gd name="T0" fmla="*/ 165 w 165"/>
                  <a:gd name="T1" fmla="*/ 0 h 496"/>
                  <a:gd name="T2" fmla="*/ 137 w 165"/>
                  <a:gd name="T3" fmla="*/ 193 h 496"/>
                  <a:gd name="T4" fmla="*/ 82 w 165"/>
                  <a:gd name="T5" fmla="*/ 331 h 496"/>
                  <a:gd name="T6" fmla="*/ 27 w 165"/>
                  <a:gd name="T7" fmla="*/ 455 h 496"/>
                  <a:gd name="T8" fmla="*/ 13 w 165"/>
                  <a:gd name="T9" fmla="*/ 496 h 496"/>
                  <a:gd name="T10" fmla="*/ 0 w 165"/>
                  <a:gd name="T11" fmla="*/ 469 h 496"/>
                  <a:gd name="T12" fmla="*/ 0 60000 65536"/>
                  <a:gd name="T13" fmla="*/ 0 60000 65536"/>
                  <a:gd name="T14" fmla="*/ 0 60000 65536"/>
                  <a:gd name="T15" fmla="*/ 0 60000 65536"/>
                  <a:gd name="T16" fmla="*/ 0 60000 65536"/>
                  <a:gd name="T17" fmla="*/ 0 60000 65536"/>
                  <a:gd name="T18" fmla="*/ 0 w 165"/>
                  <a:gd name="T19" fmla="*/ 0 h 496"/>
                  <a:gd name="T20" fmla="*/ 165 w 165"/>
                  <a:gd name="T21" fmla="*/ 496 h 496"/>
                </a:gdLst>
                <a:ahLst/>
                <a:cxnLst>
                  <a:cxn ang="T12">
                    <a:pos x="T0" y="T1"/>
                  </a:cxn>
                  <a:cxn ang="T13">
                    <a:pos x="T2" y="T3"/>
                  </a:cxn>
                  <a:cxn ang="T14">
                    <a:pos x="T4" y="T5"/>
                  </a:cxn>
                  <a:cxn ang="T15">
                    <a:pos x="T6" y="T7"/>
                  </a:cxn>
                  <a:cxn ang="T16">
                    <a:pos x="T8" y="T9"/>
                  </a:cxn>
                  <a:cxn ang="T17">
                    <a:pos x="T10" y="T11"/>
                  </a:cxn>
                </a:cxnLst>
                <a:rect l="T18" t="T19" r="T20" b="T21"/>
                <a:pathLst>
                  <a:path w="165" h="496">
                    <a:moveTo>
                      <a:pt x="165" y="0"/>
                    </a:moveTo>
                    <a:lnTo>
                      <a:pt x="137" y="193"/>
                    </a:lnTo>
                    <a:lnTo>
                      <a:pt x="82" y="331"/>
                    </a:lnTo>
                    <a:lnTo>
                      <a:pt x="27" y="455"/>
                    </a:lnTo>
                    <a:lnTo>
                      <a:pt x="13" y="496"/>
                    </a:lnTo>
                    <a:lnTo>
                      <a:pt x="0" y="4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52" name="Freeform 10">
                <a:extLst>
                  <a:ext uri="{FF2B5EF4-FFF2-40B4-BE49-F238E27FC236}">
                    <a16:creationId xmlns:a16="http://schemas.microsoft.com/office/drawing/2014/main" id="{94A3459B-BA48-4FA3-B9FD-3D29C5E096DB}"/>
                  </a:ext>
                </a:extLst>
              </p:cNvPr>
              <p:cNvSpPr>
                <a:spLocks/>
              </p:cNvSpPr>
              <p:nvPr/>
            </p:nvSpPr>
            <p:spPr bwMode="auto">
              <a:xfrm>
                <a:off x="2595" y="1257"/>
                <a:ext cx="165" cy="497"/>
              </a:xfrm>
              <a:custGeom>
                <a:avLst/>
                <a:gdLst>
                  <a:gd name="T0" fmla="*/ 165 w 165"/>
                  <a:gd name="T1" fmla="*/ 0 h 497"/>
                  <a:gd name="T2" fmla="*/ 138 w 165"/>
                  <a:gd name="T3" fmla="*/ 194 h 497"/>
                  <a:gd name="T4" fmla="*/ 82 w 165"/>
                  <a:gd name="T5" fmla="*/ 345 h 497"/>
                  <a:gd name="T6" fmla="*/ 27 w 165"/>
                  <a:gd name="T7" fmla="*/ 469 h 497"/>
                  <a:gd name="T8" fmla="*/ 13 w 165"/>
                  <a:gd name="T9" fmla="*/ 497 h 497"/>
                  <a:gd name="T10" fmla="*/ 0 w 165"/>
                  <a:gd name="T11" fmla="*/ 483 h 497"/>
                  <a:gd name="T12" fmla="*/ 0 60000 65536"/>
                  <a:gd name="T13" fmla="*/ 0 60000 65536"/>
                  <a:gd name="T14" fmla="*/ 0 60000 65536"/>
                  <a:gd name="T15" fmla="*/ 0 60000 65536"/>
                  <a:gd name="T16" fmla="*/ 0 60000 65536"/>
                  <a:gd name="T17" fmla="*/ 0 60000 65536"/>
                  <a:gd name="T18" fmla="*/ 0 w 165"/>
                  <a:gd name="T19" fmla="*/ 0 h 497"/>
                  <a:gd name="T20" fmla="*/ 165 w 165"/>
                  <a:gd name="T21" fmla="*/ 497 h 497"/>
                </a:gdLst>
                <a:ahLst/>
                <a:cxnLst>
                  <a:cxn ang="T12">
                    <a:pos x="T0" y="T1"/>
                  </a:cxn>
                  <a:cxn ang="T13">
                    <a:pos x="T2" y="T3"/>
                  </a:cxn>
                  <a:cxn ang="T14">
                    <a:pos x="T4" y="T5"/>
                  </a:cxn>
                  <a:cxn ang="T15">
                    <a:pos x="T6" y="T7"/>
                  </a:cxn>
                  <a:cxn ang="T16">
                    <a:pos x="T8" y="T9"/>
                  </a:cxn>
                  <a:cxn ang="T17">
                    <a:pos x="T10" y="T11"/>
                  </a:cxn>
                </a:cxnLst>
                <a:rect l="T18" t="T19" r="T20" b="T21"/>
                <a:pathLst>
                  <a:path w="165" h="497">
                    <a:moveTo>
                      <a:pt x="165" y="0"/>
                    </a:moveTo>
                    <a:lnTo>
                      <a:pt x="138" y="194"/>
                    </a:lnTo>
                    <a:lnTo>
                      <a:pt x="82" y="345"/>
                    </a:lnTo>
                    <a:lnTo>
                      <a:pt x="27" y="469"/>
                    </a:lnTo>
                    <a:lnTo>
                      <a:pt x="13" y="497"/>
                    </a:lnTo>
                    <a:lnTo>
                      <a:pt x="0" y="483"/>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53" name="Freeform 11">
                <a:extLst>
                  <a:ext uri="{FF2B5EF4-FFF2-40B4-BE49-F238E27FC236}">
                    <a16:creationId xmlns:a16="http://schemas.microsoft.com/office/drawing/2014/main" id="{A014B5FD-EAF8-4F2C-A197-5A5F620E0512}"/>
                  </a:ext>
                </a:extLst>
              </p:cNvPr>
              <p:cNvSpPr>
                <a:spLocks/>
              </p:cNvSpPr>
              <p:nvPr/>
            </p:nvSpPr>
            <p:spPr bwMode="auto">
              <a:xfrm>
                <a:off x="5133" y="2182"/>
                <a:ext cx="373" cy="69"/>
              </a:xfrm>
              <a:custGeom>
                <a:avLst/>
                <a:gdLst>
                  <a:gd name="T0" fmla="*/ 373 w 373"/>
                  <a:gd name="T1" fmla="*/ 0 h 69"/>
                  <a:gd name="T2" fmla="*/ 290 w 373"/>
                  <a:gd name="T3" fmla="*/ 27 h 69"/>
                  <a:gd name="T4" fmla="*/ 152 w 373"/>
                  <a:gd name="T5" fmla="*/ 55 h 69"/>
                  <a:gd name="T6" fmla="*/ 56 w 373"/>
                  <a:gd name="T7" fmla="*/ 69 h 69"/>
                  <a:gd name="T8" fmla="*/ 0 w 373"/>
                  <a:gd name="T9" fmla="*/ 69 h 69"/>
                  <a:gd name="T10" fmla="*/ 0 60000 65536"/>
                  <a:gd name="T11" fmla="*/ 0 60000 65536"/>
                  <a:gd name="T12" fmla="*/ 0 60000 65536"/>
                  <a:gd name="T13" fmla="*/ 0 60000 65536"/>
                  <a:gd name="T14" fmla="*/ 0 60000 65536"/>
                  <a:gd name="T15" fmla="*/ 0 w 373"/>
                  <a:gd name="T16" fmla="*/ 0 h 69"/>
                  <a:gd name="T17" fmla="*/ 373 w 373"/>
                  <a:gd name="T18" fmla="*/ 69 h 69"/>
                </a:gdLst>
                <a:ahLst/>
                <a:cxnLst>
                  <a:cxn ang="T10">
                    <a:pos x="T0" y="T1"/>
                  </a:cxn>
                  <a:cxn ang="T11">
                    <a:pos x="T2" y="T3"/>
                  </a:cxn>
                  <a:cxn ang="T12">
                    <a:pos x="T4" y="T5"/>
                  </a:cxn>
                  <a:cxn ang="T13">
                    <a:pos x="T6" y="T7"/>
                  </a:cxn>
                  <a:cxn ang="T14">
                    <a:pos x="T8" y="T9"/>
                  </a:cxn>
                </a:cxnLst>
                <a:rect l="T15" t="T16" r="T17" b="T18"/>
                <a:pathLst>
                  <a:path w="373" h="69">
                    <a:moveTo>
                      <a:pt x="373" y="0"/>
                    </a:moveTo>
                    <a:lnTo>
                      <a:pt x="290" y="27"/>
                    </a:lnTo>
                    <a:lnTo>
                      <a:pt x="152" y="55"/>
                    </a:lnTo>
                    <a:lnTo>
                      <a:pt x="56" y="69"/>
                    </a:lnTo>
                    <a:lnTo>
                      <a:pt x="0"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54" name="Freeform 12">
                <a:extLst>
                  <a:ext uri="{FF2B5EF4-FFF2-40B4-BE49-F238E27FC236}">
                    <a16:creationId xmlns:a16="http://schemas.microsoft.com/office/drawing/2014/main" id="{AFEDEB41-5737-4FD7-826F-D2A91F116826}"/>
                  </a:ext>
                </a:extLst>
              </p:cNvPr>
              <p:cNvSpPr>
                <a:spLocks/>
              </p:cNvSpPr>
              <p:nvPr/>
            </p:nvSpPr>
            <p:spPr bwMode="auto">
              <a:xfrm>
                <a:off x="5133" y="1864"/>
                <a:ext cx="373" cy="318"/>
              </a:xfrm>
              <a:custGeom>
                <a:avLst/>
                <a:gdLst>
                  <a:gd name="T0" fmla="*/ 373 w 373"/>
                  <a:gd name="T1" fmla="*/ 0 h 318"/>
                  <a:gd name="T2" fmla="*/ 345 w 373"/>
                  <a:gd name="T3" fmla="*/ 56 h 318"/>
                  <a:gd name="T4" fmla="*/ 304 w 373"/>
                  <a:gd name="T5" fmla="*/ 125 h 318"/>
                  <a:gd name="T6" fmla="*/ 166 w 373"/>
                  <a:gd name="T7" fmla="*/ 207 h 318"/>
                  <a:gd name="T8" fmla="*/ 69 w 373"/>
                  <a:gd name="T9" fmla="*/ 290 h 318"/>
                  <a:gd name="T10" fmla="*/ 28 w 373"/>
                  <a:gd name="T11" fmla="*/ 318 h 318"/>
                  <a:gd name="T12" fmla="*/ 0 w 373"/>
                  <a:gd name="T13" fmla="*/ 304 h 318"/>
                  <a:gd name="T14" fmla="*/ 0 60000 65536"/>
                  <a:gd name="T15" fmla="*/ 0 60000 65536"/>
                  <a:gd name="T16" fmla="*/ 0 60000 65536"/>
                  <a:gd name="T17" fmla="*/ 0 60000 65536"/>
                  <a:gd name="T18" fmla="*/ 0 60000 65536"/>
                  <a:gd name="T19" fmla="*/ 0 60000 65536"/>
                  <a:gd name="T20" fmla="*/ 0 60000 65536"/>
                  <a:gd name="T21" fmla="*/ 0 w 373"/>
                  <a:gd name="T22" fmla="*/ 0 h 318"/>
                  <a:gd name="T23" fmla="*/ 373 w 373"/>
                  <a:gd name="T24" fmla="*/ 318 h 3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3" h="318">
                    <a:moveTo>
                      <a:pt x="373" y="0"/>
                    </a:moveTo>
                    <a:lnTo>
                      <a:pt x="345" y="56"/>
                    </a:lnTo>
                    <a:lnTo>
                      <a:pt x="304" y="125"/>
                    </a:lnTo>
                    <a:lnTo>
                      <a:pt x="166" y="207"/>
                    </a:lnTo>
                    <a:lnTo>
                      <a:pt x="69" y="290"/>
                    </a:lnTo>
                    <a:lnTo>
                      <a:pt x="28" y="318"/>
                    </a:lnTo>
                    <a:lnTo>
                      <a:pt x="0" y="304"/>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55" name="Freeform 13">
                <a:extLst>
                  <a:ext uri="{FF2B5EF4-FFF2-40B4-BE49-F238E27FC236}">
                    <a16:creationId xmlns:a16="http://schemas.microsoft.com/office/drawing/2014/main" id="{32265EC0-DBAA-44D5-98BB-88D0750CF20B}"/>
                  </a:ext>
                </a:extLst>
              </p:cNvPr>
              <p:cNvSpPr>
                <a:spLocks/>
              </p:cNvSpPr>
              <p:nvPr/>
            </p:nvSpPr>
            <p:spPr bwMode="auto">
              <a:xfrm>
                <a:off x="4968" y="1768"/>
                <a:ext cx="165" cy="497"/>
              </a:xfrm>
              <a:custGeom>
                <a:avLst/>
                <a:gdLst>
                  <a:gd name="T0" fmla="*/ 165 w 165"/>
                  <a:gd name="T1" fmla="*/ 0 h 497"/>
                  <a:gd name="T2" fmla="*/ 138 w 165"/>
                  <a:gd name="T3" fmla="*/ 193 h 497"/>
                  <a:gd name="T4" fmla="*/ 83 w 165"/>
                  <a:gd name="T5" fmla="*/ 331 h 497"/>
                  <a:gd name="T6" fmla="*/ 28 w 165"/>
                  <a:gd name="T7" fmla="*/ 455 h 497"/>
                  <a:gd name="T8" fmla="*/ 14 w 165"/>
                  <a:gd name="T9" fmla="*/ 497 h 497"/>
                  <a:gd name="T10" fmla="*/ 0 w 165"/>
                  <a:gd name="T11" fmla="*/ 469 h 497"/>
                  <a:gd name="T12" fmla="*/ 0 60000 65536"/>
                  <a:gd name="T13" fmla="*/ 0 60000 65536"/>
                  <a:gd name="T14" fmla="*/ 0 60000 65536"/>
                  <a:gd name="T15" fmla="*/ 0 60000 65536"/>
                  <a:gd name="T16" fmla="*/ 0 60000 65536"/>
                  <a:gd name="T17" fmla="*/ 0 60000 65536"/>
                  <a:gd name="T18" fmla="*/ 0 w 165"/>
                  <a:gd name="T19" fmla="*/ 0 h 497"/>
                  <a:gd name="T20" fmla="*/ 165 w 165"/>
                  <a:gd name="T21" fmla="*/ 497 h 497"/>
                </a:gdLst>
                <a:ahLst/>
                <a:cxnLst>
                  <a:cxn ang="T12">
                    <a:pos x="T0" y="T1"/>
                  </a:cxn>
                  <a:cxn ang="T13">
                    <a:pos x="T2" y="T3"/>
                  </a:cxn>
                  <a:cxn ang="T14">
                    <a:pos x="T4" y="T5"/>
                  </a:cxn>
                  <a:cxn ang="T15">
                    <a:pos x="T6" y="T7"/>
                  </a:cxn>
                  <a:cxn ang="T16">
                    <a:pos x="T8" y="T9"/>
                  </a:cxn>
                  <a:cxn ang="T17">
                    <a:pos x="T10" y="T11"/>
                  </a:cxn>
                </a:cxnLst>
                <a:rect l="T18" t="T19" r="T20" b="T21"/>
                <a:pathLst>
                  <a:path w="165" h="497">
                    <a:moveTo>
                      <a:pt x="165" y="0"/>
                    </a:moveTo>
                    <a:lnTo>
                      <a:pt x="138" y="193"/>
                    </a:lnTo>
                    <a:lnTo>
                      <a:pt x="83" y="331"/>
                    </a:lnTo>
                    <a:lnTo>
                      <a:pt x="28" y="455"/>
                    </a:lnTo>
                    <a:lnTo>
                      <a:pt x="14" y="497"/>
                    </a:lnTo>
                    <a:lnTo>
                      <a:pt x="0" y="4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56" name="Freeform 14">
                <a:extLst>
                  <a:ext uri="{FF2B5EF4-FFF2-40B4-BE49-F238E27FC236}">
                    <a16:creationId xmlns:a16="http://schemas.microsoft.com/office/drawing/2014/main" id="{DFBACD36-D47B-474D-B3E2-3A2235232932}"/>
                  </a:ext>
                </a:extLst>
              </p:cNvPr>
              <p:cNvSpPr>
                <a:spLocks/>
              </p:cNvSpPr>
              <p:nvPr/>
            </p:nvSpPr>
            <p:spPr bwMode="auto">
              <a:xfrm>
                <a:off x="1463" y="1009"/>
                <a:ext cx="663" cy="538"/>
              </a:xfrm>
              <a:custGeom>
                <a:avLst/>
                <a:gdLst>
                  <a:gd name="T0" fmla="*/ 28 w 663"/>
                  <a:gd name="T1" fmla="*/ 124 h 538"/>
                  <a:gd name="T2" fmla="*/ 28 w 663"/>
                  <a:gd name="T3" fmla="*/ 97 h 538"/>
                  <a:gd name="T4" fmla="*/ 69 w 663"/>
                  <a:gd name="T5" fmla="*/ 55 h 538"/>
                  <a:gd name="T6" fmla="*/ 111 w 663"/>
                  <a:gd name="T7" fmla="*/ 28 h 538"/>
                  <a:gd name="T8" fmla="*/ 138 w 663"/>
                  <a:gd name="T9" fmla="*/ 41 h 538"/>
                  <a:gd name="T10" fmla="*/ 152 w 663"/>
                  <a:gd name="T11" fmla="*/ 28 h 538"/>
                  <a:gd name="T12" fmla="*/ 193 w 663"/>
                  <a:gd name="T13" fmla="*/ 28 h 538"/>
                  <a:gd name="T14" fmla="*/ 249 w 663"/>
                  <a:gd name="T15" fmla="*/ 41 h 538"/>
                  <a:gd name="T16" fmla="*/ 304 w 663"/>
                  <a:gd name="T17" fmla="*/ 41 h 538"/>
                  <a:gd name="T18" fmla="*/ 345 w 663"/>
                  <a:gd name="T19" fmla="*/ 55 h 538"/>
                  <a:gd name="T20" fmla="*/ 373 w 663"/>
                  <a:gd name="T21" fmla="*/ 28 h 538"/>
                  <a:gd name="T22" fmla="*/ 400 w 663"/>
                  <a:gd name="T23" fmla="*/ 0 h 538"/>
                  <a:gd name="T24" fmla="*/ 442 w 663"/>
                  <a:gd name="T25" fmla="*/ 0 h 538"/>
                  <a:gd name="T26" fmla="*/ 469 w 663"/>
                  <a:gd name="T27" fmla="*/ 0 h 538"/>
                  <a:gd name="T28" fmla="*/ 511 w 663"/>
                  <a:gd name="T29" fmla="*/ 0 h 538"/>
                  <a:gd name="T30" fmla="*/ 538 w 663"/>
                  <a:gd name="T31" fmla="*/ 14 h 538"/>
                  <a:gd name="T32" fmla="*/ 552 w 663"/>
                  <a:gd name="T33" fmla="*/ 28 h 538"/>
                  <a:gd name="T34" fmla="*/ 580 w 663"/>
                  <a:gd name="T35" fmla="*/ 41 h 538"/>
                  <a:gd name="T36" fmla="*/ 607 w 663"/>
                  <a:gd name="T37" fmla="*/ 97 h 538"/>
                  <a:gd name="T38" fmla="*/ 649 w 663"/>
                  <a:gd name="T39" fmla="*/ 166 h 538"/>
                  <a:gd name="T40" fmla="*/ 663 w 663"/>
                  <a:gd name="T41" fmla="*/ 262 h 538"/>
                  <a:gd name="T42" fmla="*/ 663 w 663"/>
                  <a:gd name="T43" fmla="*/ 331 h 538"/>
                  <a:gd name="T44" fmla="*/ 649 w 663"/>
                  <a:gd name="T45" fmla="*/ 386 h 538"/>
                  <a:gd name="T46" fmla="*/ 635 w 663"/>
                  <a:gd name="T47" fmla="*/ 469 h 538"/>
                  <a:gd name="T48" fmla="*/ 607 w 663"/>
                  <a:gd name="T49" fmla="*/ 524 h 538"/>
                  <a:gd name="T50" fmla="*/ 552 w 663"/>
                  <a:gd name="T51" fmla="*/ 538 h 538"/>
                  <a:gd name="T52" fmla="*/ 511 w 663"/>
                  <a:gd name="T53" fmla="*/ 538 h 538"/>
                  <a:gd name="T54" fmla="*/ 456 w 663"/>
                  <a:gd name="T55" fmla="*/ 524 h 538"/>
                  <a:gd name="T56" fmla="*/ 414 w 663"/>
                  <a:gd name="T57" fmla="*/ 511 h 538"/>
                  <a:gd name="T58" fmla="*/ 373 w 663"/>
                  <a:gd name="T59" fmla="*/ 497 h 538"/>
                  <a:gd name="T60" fmla="*/ 331 w 663"/>
                  <a:gd name="T61" fmla="*/ 497 h 538"/>
                  <a:gd name="T62" fmla="*/ 290 w 663"/>
                  <a:gd name="T63" fmla="*/ 497 h 538"/>
                  <a:gd name="T64" fmla="*/ 262 w 663"/>
                  <a:gd name="T65" fmla="*/ 511 h 538"/>
                  <a:gd name="T66" fmla="*/ 221 w 663"/>
                  <a:gd name="T67" fmla="*/ 511 h 538"/>
                  <a:gd name="T68" fmla="*/ 193 w 663"/>
                  <a:gd name="T69" fmla="*/ 524 h 538"/>
                  <a:gd name="T70" fmla="*/ 166 w 663"/>
                  <a:gd name="T71" fmla="*/ 524 h 538"/>
                  <a:gd name="T72" fmla="*/ 124 w 663"/>
                  <a:gd name="T73" fmla="*/ 524 h 538"/>
                  <a:gd name="T74" fmla="*/ 97 w 663"/>
                  <a:gd name="T75" fmla="*/ 524 h 538"/>
                  <a:gd name="T76" fmla="*/ 83 w 663"/>
                  <a:gd name="T77" fmla="*/ 511 h 538"/>
                  <a:gd name="T78" fmla="*/ 55 w 663"/>
                  <a:gd name="T79" fmla="*/ 497 h 538"/>
                  <a:gd name="T80" fmla="*/ 55 w 663"/>
                  <a:gd name="T81" fmla="*/ 483 h 538"/>
                  <a:gd name="T82" fmla="*/ 42 w 663"/>
                  <a:gd name="T83" fmla="*/ 469 h 538"/>
                  <a:gd name="T84" fmla="*/ 28 w 663"/>
                  <a:gd name="T85" fmla="*/ 428 h 538"/>
                  <a:gd name="T86" fmla="*/ 14 w 663"/>
                  <a:gd name="T87" fmla="*/ 359 h 538"/>
                  <a:gd name="T88" fmla="*/ 0 w 663"/>
                  <a:gd name="T89" fmla="*/ 317 h 538"/>
                  <a:gd name="T90" fmla="*/ 0 w 663"/>
                  <a:gd name="T91" fmla="*/ 262 h 538"/>
                  <a:gd name="T92" fmla="*/ 14 w 663"/>
                  <a:gd name="T93" fmla="*/ 207 h 538"/>
                  <a:gd name="T94" fmla="*/ 14 w 663"/>
                  <a:gd name="T95" fmla="*/ 152 h 538"/>
                  <a:gd name="T96" fmla="*/ 28 w 663"/>
                  <a:gd name="T97" fmla="*/ 124 h 538"/>
                  <a:gd name="T98" fmla="*/ 28 w 663"/>
                  <a:gd name="T99" fmla="*/ 124 h 53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63"/>
                  <a:gd name="T151" fmla="*/ 0 h 538"/>
                  <a:gd name="T152" fmla="*/ 663 w 663"/>
                  <a:gd name="T153" fmla="*/ 538 h 53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63" h="538">
                    <a:moveTo>
                      <a:pt x="28" y="124"/>
                    </a:moveTo>
                    <a:lnTo>
                      <a:pt x="28" y="97"/>
                    </a:lnTo>
                    <a:lnTo>
                      <a:pt x="69" y="55"/>
                    </a:lnTo>
                    <a:lnTo>
                      <a:pt x="111" y="28"/>
                    </a:lnTo>
                    <a:lnTo>
                      <a:pt x="138" y="41"/>
                    </a:lnTo>
                    <a:lnTo>
                      <a:pt x="152" y="28"/>
                    </a:lnTo>
                    <a:lnTo>
                      <a:pt x="193" y="28"/>
                    </a:lnTo>
                    <a:lnTo>
                      <a:pt x="249" y="41"/>
                    </a:lnTo>
                    <a:lnTo>
                      <a:pt x="304" y="41"/>
                    </a:lnTo>
                    <a:lnTo>
                      <a:pt x="345" y="55"/>
                    </a:lnTo>
                    <a:lnTo>
                      <a:pt x="373" y="28"/>
                    </a:lnTo>
                    <a:lnTo>
                      <a:pt x="400" y="0"/>
                    </a:lnTo>
                    <a:lnTo>
                      <a:pt x="442" y="0"/>
                    </a:lnTo>
                    <a:lnTo>
                      <a:pt x="469" y="0"/>
                    </a:lnTo>
                    <a:lnTo>
                      <a:pt x="511" y="0"/>
                    </a:lnTo>
                    <a:lnTo>
                      <a:pt x="538" y="14"/>
                    </a:lnTo>
                    <a:lnTo>
                      <a:pt x="552" y="28"/>
                    </a:lnTo>
                    <a:lnTo>
                      <a:pt x="580" y="41"/>
                    </a:lnTo>
                    <a:lnTo>
                      <a:pt x="607" y="97"/>
                    </a:lnTo>
                    <a:lnTo>
                      <a:pt x="649" y="166"/>
                    </a:lnTo>
                    <a:lnTo>
                      <a:pt x="663" y="262"/>
                    </a:lnTo>
                    <a:lnTo>
                      <a:pt x="663" y="331"/>
                    </a:lnTo>
                    <a:lnTo>
                      <a:pt x="649" y="386"/>
                    </a:lnTo>
                    <a:lnTo>
                      <a:pt x="635" y="469"/>
                    </a:lnTo>
                    <a:lnTo>
                      <a:pt x="607" y="524"/>
                    </a:lnTo>
                    <a:lnTo>
                      <a:pt x="552" y="538"/>
                    </a:lnTo>
                    <a:lnTo>
                      <a:pt x="511" y="538"/>
                    </a:lnTo>
                    <a:lnTo>
                      <a:pt x="456" y="524"/>
                    </a:lnTo>
                    <a:lnTo>
                      <a:pt x="414" y="511"/>
                    </a:lnTo>
                    <a:lnTo>
                      <a:pt x="373" y="497"/>
                    </a:lnTo>
                    <a:lnTo>
                      <a:pt x="331" y="497"/>
                    </a:lnTo>
                    <a:lnTo>
                      <a:pt x="290" y="497"/>
                    </a:lnTo>
                    <a:lnTo>
                      <a:pt x="262" y="511"/>
                    </a:lnTo>
                    <a:lnTo>
                      <a:pt x="221" y="511"/>
                    </a:lnTo>
                    <a:lnTo>
                      <a:pt x="193" y="524"/>
                    </a:lnTo>
                    <a:lnTo>
                      <a:pt x="166" y="524"/>
                    </a:lnTo>
                    <a:lnTo>
                      <a:pt x="124" y="524"/>
                    </a:lnTo>
                    <a:lnTo>
                      <a:pt x="97" y="524"/>
                    </a:lnTo>
                    <a:lnTo>
                      <a:pt x="83" y="511"/>
                    </a:lnTo>
                    <a:lnTo>
                      <a:pt x="55" y="497"/>
                    </a:lnTo>
                    <a:lnTo>
                      <a:pt x="55" y="483"/>
                    </a:lnTo>
                    <a:lnTo>
                      <a:pt x="42" y="469"/>
                    </a:lnTo>
                    <a:lnTo>
                      <a:pt x="28" y="428"/>
                    </a:lnTo>
                    <a:lnTo>
                      <a:pt x="14" y="359"/>
                    </a:lnTo>
                    <a:lnTo>
                      <a:pt x="0" y="317"/>
                    </a:lnTo>
                    <a:lnTo>
                      <a:pt x="0" y="262"/>
                    </a:lnTo>
                    <a:lnTo>
                      <a:pt x="14" y="207"/>
                    </a:lnTo>
                    <a:lnTo>
                      <a:pt x="14" y="152"/>
                    </a:lnTo>
                    <a:lnTo>
                      <a:pt x="28" y="124"/>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57" name="Rectangle 15">
                <a:extLst>
                  <a:ext uri="{FF2B5EF4-FFF2-40B4-BE49-F238E27FC236}">
                    <a16:creationId xmlns:a16="http://schemas.microsoft.com/office/drawing/2014/main" id="{00AF0CCF-5531-4B01-BA39-D3FA37876A21}"/>
                  </a:ext>
                </a:extLst>
              </p:cNvPr>
              <p:cNvSpPr>
                <a:spLocks noChangeArrowheads="1"/>
              </p:cNvSpPr>
              <p:nvPr/>
            </p:nvSpPr>
            <p:spPr bwMode="auto">
              <a:xfrm>
                <a:off x="1607" y="1291"/>
                <a:ext cx="41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292">
                    <a:solidFill>
                      <a:srgbClr val="000000"/>
                    </a:solidFill>
                    <a:latin typeface="Arial" panose="020B0604020202020204" pitchFamily="34" charset="0"/>
                  </a:rPr>
                  <a:t>intranet</a:t>
                </a:r>
                <a:endParaRPr lang="en-GB" altLang="en-US" sz="2215">
                  <a:latin typeface="Times" panose="02020603050405020304" pitchFamily="18" charset="0"/>
                </a:endParaRPr>
              </a:p>
            </p:txBody>
          </p:sp>
          <p:sp>
            <p:nvSpPr>
              <p:cNvPr id="36158" name="Freeform 16">
                <a:extLst>
                  <a:ext uri="{FF2B5EF4-FFF2-40B4-BE49-F238E27FC236}">
                    <a16:creationId xmlns:a16="http://schemas.microsoft.com/office/drawing/2014/main" id="{6E812C6E-D1F2-46F8-A117-F8D89E21B486}"/>
                  </a:ext>
                </a:extLst>
              </p:cNvPr>
              <p:cNvSpPr>
                <a:spLocks/>
              </p:cNvSpPr>
              <p:nvPr/>
            </p:nvSpPr>
            <p:spPr bwMode="auto">
              <a:xfrm>
                <a:off x="2070" y="1382"/>
                <a:ext cx="359" cy="358"/>
              </a:xfrm>
              <a:custGeom>
                <a:avLst/>
                <a:gdLst>
                  <a:gd name="T0" fmla="*/ 359 w 359"/>
                  <a:gd name="T1" fmla="*/ 331 h 358"/>
                  <a:gd name="T2" fmla="*/ 331 w 359"/>
                  <a:gd name="T3" fmla="*/ 358 h 358"/>
                  <a:gd name="T4" fmla="*/ 0 w 359"/>
                  <a:gd name="T5" fmla="*/ 27 h 358"/>
                  <a:gd name="T6" fmla="*/ 28 w 359"/>
                  <a:gd name="T7" fmla="*/ 0 h 358"/>
                  <a:gd name="T8" fmla="*/ 359 w 359"/>
                  <a:gd name="T9" fmla="*/ 331 h 358"/>
                  <a:gd name="T10" fmla="*/ 0 60000 65536"/>
                  <a:gd name="T11" fmla="*/ 0 60000 65536"/>
                  <a:gd name="T12" fmla="*/ 0 60000 65536"/>
                  <a:gd name="T13" fmla="*/ 0 60000 65536"/>
                  <a:gd name="T14" fmla="*/ 0 60000 65536"/>
                  <a:gd name="T15" fmla="*/ 0 w 359"/>
                  <a:gd name="T16" fmla="*/ 0 h 358"/>
                  <a:gd name="T17" fmla="*/ 359 w 359"/>
                  <a:gd name="T18" fmla="*/ 358 h 358"/>
                </a:gdLst>
                <a:ahLst/>
                <a:cxnLst>
                  <a:cxn ang="T10">
                    <a:pos x="T0" y="T1"/>
                  </a:cxn>
                  <a:cxn ang="T11">
                    <a:pos x="T2" y="T3"/>
                  </a:cxn>
                  <a:cxn ang="T12">
                    <a:pos x="T4" y="T5"/>
                  </a:cxn>
                  <a:cxn ang="T13">
                    <a:pos x="T6" y="T7"/>
                  </a:cxn>
                  <a:cxn ang="T14">
                    <a:pos x="T8" y="T9"/>
                  </a:cxn>
                </a:cxnLst>
                <a:rect l="T15" t="T16" r="T17" b="T18"/>
                <a:pathLst>
                  <a:path w="359" h="358">
                    <a:moveTo>
                      <a:pt x="359" y="331"/>
                    </a:moveTo>
                    <a:lnTo>
                      <a:pt x="331" y="358"/>
                    </a:lnTo>
                    <a:lnTo>
                      <a:pt x="0" y="27"/>
                    </a:lnTo>
                    <a:lnTo>
                      <a:pt x="28" y="0"/>
                    </a:lnTo>
                    <a:lnTo>
                      <a:pt x="359" y="331"/>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59" name="Freeform 17">
                <a:extLst>
                  <a:ext uri="{FF2B5EF4-FFF2-40B4-BE49-F238E27FC236}">
                    <a16:creationId xmlns:a16="http://schemas.microsoft.com/office/drawing/2014/main" id="{D80A3BBF-48C8-48AC-A189-1F84FAA21201}"/>
                  </a:ext>
                </a:extLst>
              </p:cNvPr>
              <p:cNvSpPr>
                <a:spLocks/>
              </p:cNvSpPr>
              <p:nvPr/>
            </p:nvSpPr>
            <p:spPr bwMode="auto">
              <a:xfrm>
                <a:off x="2733" y="1299"/>
                <a:ext cx="2469" cy="2083"/>
              </a:xfrm>
              <a:custGeom>
                <a:avLst/>
                <a:gdLst>
                  <a:gd name="T0" fmla="*/ 2428 w 2469"/>
                  <a:gd name="T1" fmla="*/ 0 h 2083"/>
                  <a:gd name="T2" fmla="*/ 2469 w 2469"/>
                  <a:gd name="T3" fmla="*/ 55 h 2083"/>
                  <a:gd name="T4" fmla="*/ 41 w 2469"/>
                  <a:gd name="T5" fmla="*/ 2083 h 2083"/>
                  <a:gd name="T6" fmla="*/ 0 w 2469"/>
                  <a:gd name="T7" fmla="*/ 2042 h 2083"/>
                  <a:gd name="T8" fmla="*/ 2428 w 2469"/>
                  <a:gd name="T9" fmla="*/ 0 h 2083"/>
                  <a:gd name="T10" fmla="*/ 0 60000 65536"/>
                  <a:gd name="T11" fmla="*/ 0 60000 65536"/>
                  <a:gd name="T12" fmla="*/ 0 60000 65536"/>
                  <a:gd name="T13" fmla="*/ 0 60000 65536"/>
                  <a:gd name="T14" fmla="*/ 0 60000 65536"/>
                  <a:gd name="T15" fmla="*/ 0 w 2469"/>
                  <a:gd name="T16" fmla="*/ 0 h 2083"/>
                  <a:gd name="T17" fmla="*/ 2469 w 2469"/>
                  <a:gd name="T18" fmla="*/ 2083 h 2083"/>
                </a:gdLst>
                <a:ahLst/>
                <a:cxnLst>
                  <a:cxn ang="T10">
                    <a:pos x="T0" y="T1"/>
                  </a:cxn>
                  <a:cxn ang="T11">
                    <a:pos x="T2" y="T3"/>
                  </a:cxn>
                  <a:cxn ang="T12">
                    <a:pos x="T4" y="T5"/>
                  </a:cxn>
                  <a:cxn ang="T13">
                    <a:pos x="T6" y="T7"/>
                  </a:cxn>
                  <a:cxn ang="T14">
                    <a:pos x="T8" y="T9"/>
                  </a:cxn>
                </a:cxnLst>
                <a:rect l="T15" t="T16" r="T17" b="T18"/>
                <a:pathLst>
                  <a:path w="2469" h="2083">
                    <a:moveTo>
                      <a:pt x="2428" y="0"/>
                    </a:moveTo>
                    <a:lnTo>
                      <a:pt x="2469" y="55"/>
                    </a:lnTo>
                    <a:lnTo>
                      <a:pt x="41" y="2083"/>
                    </a:lnTo>
                    <a:lnTo>
                      <a:pt x="0" y="2042"/>
                    </a:lnTo>
                    <a:lnTo>
                      <a:pt x="2428" y="0"/>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60" name="Freeform 18">
                <a:extLst>
                  <a:ext uri="{FF2B5EF4-FFF2-40B4-BE49-F238E27FC236}">
                    <a16:creationId xmlns:a16="http://schemas.microsoft.com/office/drawing/2014/main" id="{1CB82DE2-5DF7-4A81-A7B7-DFD7F338876A}"/>
                  </a:ext>
                </a:extLst>
              </p:cNvPr>
              <p:cNvSpPr>
                <a:spLocks/>
              </p:cNvSpPr>
              <p:nvPr/>
            </p:nvSpPr>
            <p:spPr bwMode="auto">
              <a:xfrm>
                <a:off x="4030" y="885"/>
                <a:ext cx="855" cy="510"/>
              </a:xfrm>
              <a:custGeom>
                <a:avLst/>
                <a:gdLst>
                  <a:gd name="T0" fmla="*/ 27 w 855"/>
                  <a:gd name="T1" fmla="*/ 124 h 510"/>
                  <a:gd name="T2" fmla="*/ 41 w 855"/>
                  <a:gd name="T3" fmla="*/ 83 h 510"/>
                  <a:gd name="T4" fmla="*/ 82 w 855"/>
                  <a:gd name="T5" fmla="*/ 55 h 510"/>
                  <a:gd name="T6" fmla="*/ 138 w 855"/>
                  <a:gd name="T7" fmla="*/ 27 h 510"/>
                  <a:gd name="T8" fmla="*/ 179 w 855"/>
                  <a:gd name="T9" fmla="*/ 41 h 510"/>
                  <a:gd name="T10" fmla="*/ 207 w 855"/>
                  <a:gd name="T11" fmla="*/ 27 h 510"/>
                  <a:gd name="T12" fmla="*/ 262 w 855"/>
                  <a:gd name="T13" fmla="*/ 27 h 510"/>
                  <a:gd name="T14" fmla="*/ 317 w 855"/>
                  <a:gd name="T15" fmla="*/ 41 h 510"/>
                  <a:gd name="T16" fmla="*/ 386 w 855"/>
                  <a:gd name="T17" fmla="*/ 41 h 510"/>
                  <a:gd name="T18" fmla="*/ 455 w 855"/>
                  <a:gd name="T19" fmla="*/ 41 h 510"/>
                  <a:gd name="T20" fmla="*/ 483 w 855"/>
                  <a:gd name="T21" fmla="*/ 27 h 510"/>
                  <a:gd name="T22" fmla="*/ 510 w 855"/>
                  <a:gd name="T23" fmla="*/ 14 h 510"/>
                  <a:gd name="T24" fmla="*/ 565 w 855"/>
                  <a:gd name="T25" fmla="*/ 0 h 510"/>
                  <a:gd name="T26" fmla="*/ 607 w 855"/>
                  <a:gd name="T27" fmla="*/ 0 h 510"/>
                  <a:gd name="T28" fmla="*/ 648 w 855"/>
                  <a:gd name="T29" fmla="*/ 0 h 510"/>
                  <a:gd name="T30" fmla="*/ 690 w 855"/>
                  <a:gd name="T31" fmla="*/ 14 h 510"/>
                  <a:gd name="T32" fmla="*/ 703 w 855"/>
                  <a:gd name="T33" fmla="*/ 27 h 510"/>
                  <a:gd name="T34" fmla="*/ 745 w 855"/>
                  <a:gd name="T35" fmla="*/ 41 h 510"/>
                  <a:gd name="T36" fmla="*/ 786 w 855"/>
                  <a:gd name="T37" fmla="*/ 83 h 510"/>
                  <a:gd name="T38" fmla="*/ 841 w 855"/>
                  <a:gd name="T39" fmla="*/ 165 h 510"/>
                  <a:gd name="T40" fmla="*/ 855 w 855"/>
                  <a:gd name="T41" fmla="*/ 248 h 510"/>
                  <a:gd name="T42" fmla="*/ 855 w 855"/>
                  <a:gd name="T43" fmla="*/ 317 h 510"/>
                  <a:gd name="T44" fmla="*/ 841 w 855"/>
                  <a:gd name="T45" fmla="*/ 359 h 510"/>
                  <a:gd name="T46" fmla="*/ 828 w 855"/>
                  <a:gd name="T47" fmla="*/ 455 h 510"/>
                  <a:gd name="T48" fmla="*/ 772 w 855"/>
                  <a:gd name="T49" fmla="*/ 497 h 510"/>
                  <a:gd name="T50" fmla="*/ 717 w 855"/>
                  <a:gd name="T51" fmla="*/ 510 h 510"/>
                  <a:gd name="T52" fmla="*/ 662 w 855"/>
                  <a:gd name="T53" fmla="*/ 497 h 510"/>
                  <a:gd name="T54" fmla="*/ 593 w 855"/>
                  <a:gd name="T55" fmla="*/ 497 h 510"/>
                  <a:gd name="T56" fmla="*/ 538 w 855"/>
                  <a:gd name="T57" fmla="*/ 483 h 510"/>
                  <a:gd name="T58" fmla="*/ 483 w 855"/>
                  <a:gd name="T59" fmla="*/ 469 h 510"/>
                  <a:gd name="T60" fmla="*/ 427 w 855"/>
                  <a:gd name="T61" fmla="*/ 469 h 510"/>
                  <a:gd name="T62" fmla="*/ 372 w 855"/>
                  <a:gd name="T63" fmla="*/ 469 h 510"/>
                  <a:gd name="T64" fmla="*/ 331 w 855"/>
                  <a:gd name="T65" fmla="*/ 483 h 510"/>
                  <a:gd name="T66" fmla="*/ 289 w 855"/>
                  <a:gd name="T67" fmla="*/ 483 h 510"/>
                  <a:gd name="T68" fmla="*/ 248 w 855"/>
                  <a:gd name="T69" fmla="*/ 497 h 510"/>
                  <a:gd name="T70" fmla="*/ 207 w 855"/>
                  <a:gd name="T71" fmla="*/ 497 h 510"/>
                  <a:gd name="T72" fmla="*/ 165 w 855"/>
                  <a:gd name="T73" fmla="*/ 497 h 510"/>
                  <a:gd name="T74" fmla="*/ 138 w 855"/>
                  <a:gd name="T75" fmla="*/ 497 h 510"/>
                  <a:gd name="T76" fmla="*/ 96 w 855"/>
                  <a:gd name="T77" fmla="*/ 483 h 510"/>
                  <a:gd name="T78" fmla="*/ 82 w 855"/>
                  <a:gd name="T79" fmla="*/ 469 h 510"/>
                  <a:gd name="T80" fmla="*/ 69 w 855"/>
                  <a:gd name="T81" fmla="*/ 455 h 510"/>
                  <a:gd name="T82" fmla="*/ 55 w 855"/>
                  <a:gd name="T83" fmla="*/ 441 h 510"/>
                  <a:gd name="T84" fmla="*/ 41 w 855"/>
                  <a:gd name="T85" fmla="*/ 400 h 510"/>
                  <a:gd name="T86" fmla="*/ 13 w 855"/>
                  <a:gd name="T87" fmla="*/ 345 h 510"/>
                  <a:gd name="T88" fmla="*/ 13 w 855"/>
                  <a:gd name="T89" fmla="*/ 290 h 510"/>
                  <a:gd name="T90" fmla="*/ 0 w 855"/>
                  <a:gd name="T91" fmla="*/ 248 h 510"/>
                  <a:gd name="T92" fmla="*/ 13 w 855"/>
                  <a:gd name="T93" fmla="*/ 193 h 510"/>
                  <a:gd name="T94" fmla="*/ 13 w 855"/>
                  <a:gd name="T95" fmla="*/ 152 h 510"/>
                  <a:gd name="T96" fmla="*/ 27 w 855"/>
                  <a:gd name="T97" fmla="*/ 124 h 510"/>
                  <a:gd name="T98" fmla="*/ 27 w 855"/>
                  <a:gd name="T99" fmla="*/ 124 h 51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55"/>
                  <a:gd name="T151" fmla="*/ 0 h 510"/>
                  <a:gd name="T152" fmla="*/ 855 w 855"/>
                  <a:gd name="T153" fmla="*/ 510 h 51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55" h="510">
                    <a:moveTo>
                      <a:pt x="27" y="124"/>
                    </a:moveTo>
                    <a:lnTo>
                      <a:pt x="41" y="83"/>
                    </a:lnTo>
                    <a:lnTo>
                      <a:pt x="82" y="55"/>
                    </a:lnTo>
                    <a:lnTo>
                      <a:pt x="138" y="27"/>
                    </a:lnTo>
                    <a:lnTo>
                      <a:pt x="179" y="41"/>
                    </a:lnTo>
                    <a:lnTo>
                      <a:pt x="207" y="27"/>
                    </a:lnTo>
                    <a:lnTo>
                      <a:pt x="262" y="27"/>
                    </a:lnTo>
                    <a:lnTo>
                      <a:pt x="317" y="41"/>
                    </a:lnTo>
                    <a:lnTo>
                      <a:pt x="386" y="41"/>
                    </a:lnTo>
                    <a:lnTo>
                      <a:pt x="455" y="41"/>
                    </a:lnTo>
                    <a:lnTo>
                      <a:pt x="483" y="27"/>
                    </a:lnTo>
                    <a:lnTo>
                      <a:pt x="510" y="14"/>
                    </a:lnTo>
                    <a:lnTo>
                      <a:pt x="565" y="0"/>
                    </a:lnTo>
                    <a:lnTo>
                      <a:pt x="607" y="0"/>
                    </a:lnTo>
                    <a:lnTo>
                      <a:pt x="648" y="0"/>
                    </a:lnTo>
                    <a:lnTo>
                      <a:pt x="690" y="14"/>
                    </a:lnTo>
                    <a:lnTo>
                      <a:pt x="703" y="27"/>
                    </a:lnTo>
                    <a:lnTo>
                      <a:pt x="745" y="41"/>
                    </a:lnTo>
                    <a:lnTo>
                      <a:pt x="786" y="83"/>
                    </a:lnTo>
                    <a:lnTo>
                      <a:pt x="841" y="165"/>
                    </a:lnTo>
                    <a:lnTo>
                      <a:pt x="855" y="248"/>
                    </a:lnTo>
                    <a:lnTo>
                      <a:pt x="855" y="317"/>
                    </a:lnTo>
                    <a:lnTo>
                      <a:pt x="841" y="359"/>
                    </a:lnTo>
                    <a:lnTo>
                      <a:pt x="828" y="455"/>
                    </a:lnTo>
                    <a:lnTo>
                      <a:pt x="772" y="497"/>
                    </a:lnTo>
                    <a:lnTo>
                      <a:pt x="717" y="510"/>
                    </a:lnTo>
                    <a:lnTo>
                      <a:pt x="662" y="497"/>
                    </a:lnTo>
                    <a:lnTo>
                      <a:pt x="593" y="497"/>
                    </a:lnTo>
                    <a:lnTo>
                      <a:pt x="538" y="483"/>
                    </a:lnTo>
                    <a:lnTo>
                      <a:pt x="483" y="469"/>
                    </a:lnTo>
                    <a:lnTo>
                      <a:pt x="427" y="469"/>
                    </a:lnTo>
                    <a:lnTo>
                      <a:pt x="372" y="469"/>
                    </a:lnTo>
                    <a:lnTo>
                      <a:pt x="331" y="483"/>
                    </a:lnTo>
                    <a:lnTo>
                      <a:pt x="289" y="483"/>
                    </a:lnTo>
                    <a:lnTo>
                      <a:pt x="248" y="497"/>
                    </a:lnTo>
                    <a:lnTo>
                      <a:pt x="207" y="497"/>
                    </a:lnTo>
                    <a:lnTo>
                      <a:pt x="165" y="497"/>
                    </a:lnTo>
                    <a:lnTo>
                      <a:pt x="138" y="497"/>
                    </a:lnTo>
                    <a:lnTo>
                      <a:pt x="96" y="483"/>
                    </a:lnTo>
                    <a:lnTo>
                      <a:pt x="82" y="469"/>
                    </a:lnTo>
                    <a:lnTo>
                      <a:pt x="69" y="455"/>
                    </a:lnTo>
                    <a:lnTo>
                      <a:pt x="55" y="441"/>
                    </a:lnTo>
                    <a:lnTo>
                      <a:pt x="41" y="400"/>
                    </a:lnTo>
                    <a:lnTo>
                      <a:pt x="13" y="345"/>
                    </a:lnTo>
                    <a:lnTo>
                      <a:pt x="13" y="290"/>
                    </a:lnTo>
                    <a:lnTo>
                      <a:pt x="0" y="248"/>
                    </a:lnTo>
                    <a:lnTo>
                      <a:pt x="13" y="193"/>
                    </a:lnTo>
                    <a:lnTo>
                      <a:pt x="13" y="152"/>
                    </a:lnTo>
                    <a:lnTo>
                      <a:pt x="27" y="124"/>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61" name="Freeform 19">
                <a:extLst>
                  <a:ext uri="{FF2B5EF4-FFF2-40B4-BE49-F238E27FC236}">
                    <a16:creationId xmlns:a16="http://schemas.microsoft.com/office/drawing/2014/main" id="{70E28B2C-D98E-49B6-A8C2-03CE5E19EB3D}"/>
                  </a:ext>
                </a:extLst>
              </p:cNvPr>
              <p:cNvSpPr>
                <a:spLocks/>
              </p:cNvSpPr>
              <p:nvPr/>
            </p:nvSpPr>
            <p:spPr bwMode="auto">
              <a:xfrm>
                <a:off x="2112" y="1561"/>
                <a:ext cx="662" cy="400"/>
              </a:xfrm>
              <a:custGeom>
                <a:avLst/>
                <a:gdLst>
                  <a:gd name="T0" fmla="*/ 27 w 662"/>
                  <a:gd name="T1" fmla="*/ 96 h 400"/>
                  <a:gd name="T2" fmla="*/ 41 w 662"/>
                  <a:gd name="T3" fmla="*/ 69 h 400"/>
                  <a:gd name="T4" fmla="*/ 69 w 662"/>
                  <a:gd name="T5" fmla="*/ 41 h 400"/>
                  <a:gd name="T6" fmla="*/ 110 w 662"/>
                  <a:gd name="T7" fmla="*/ 27 h 400"/>
                  <a:gd name="T8" fmla="*/ 138 w 662"/>
                  <a:gd name="T9" fmla="*/ 27 h 400"/>
                  <a:gd name="T10" fmla="*/ 165 w 662"/>
                  <a:gd name="T11" fmla="*/ 27 h 400"/>
                  <a:gd name="T12" fmla="*/ 193 w 662"/>
                  <a:gd name="T13" fmla="*/ 27 h 400"/>
                  <a:gd name="T14" fmla="*/ 248 w 662"/>
                  <a:gd name="T15" fmla="*/ 41 h 400"/>
                  <a:gd name="T16" fmla="*/ 303 w 662"/>
                  <a:gd name="T17" fmla="*/ 41 h 400"/>
                  <a:gd name="T18" fmla="*/ 345 w 662"/>
                  <a:gd name="T19" fmla="*/ 41 h 400"/>
                  <a:gd name="T20" fmla="*/ 372 w 662"/>
                  <a:gd name="T21" fmla="*/ 27 h 400"/>
                  <a:gd name="T22" fmla="*/ 400 w 662"/>
                  <a:gd name="T23" fmla="*/ 14 h 400"/>
                  <a:gd name="T24" fmla="*/ 441 w 662"/>
                  <a:gd name="T25" fmla="*/ 0 h 400"/>
                  <a:gd name="T26" fmla="*/ 483 w 662"/>
                  <a:gd name="T27" fmla="*/ 0 h 400"/>
                  <a:gd name="T28" fmla="*/ 510 w 662"/>
                  <a:gd name="T29" fmla="*/ 14 h 400"/>
                  <a:gd name="T30" fmla="*/ 538 w 662"/>
                  <a:gd name="T31" fmla="*/ 14 h 400"/>
                  <a:gd name="T32" fmla="*/ 552 w 662"/>
                  <a:gd name="T33" fmla="*/ 27 h 400"/>
                  <a:gd name="T34" fmla="*/ 579 w 662"/>
                  <a:gd name="T35" fmla="*/ 41 h 400"/>
                  <a:gd name="T36" fmla="*/ 621 w 662"/>
                  <a:gd name="T37" fmla="*/ 69 h 400"/>
                  <a:gd name="T38" fmla="*/ 648 w 662"/>
                  <a:gd name="T39" fmla="*/ 124 h 400"/>
                  <a:gd name="T40" fmla="*/ 662 w 662"/>
                  <a:gd name="T41" fmla="*/ 207 h 400"/>
                  <a:gd name="T42" fmla="*/ 662 w 662"/>
                  <a:gd name="T43" fmla="*/ 248 h 400"/>
                  <a:gd name="T44" fmla="*/ 662 w 662"/>
                  <a:gd name="T45" fmla="*/ 290 h 400"/>
                  <a:gd name="T46" fmla="*/ 634 w 662"/>
                  <a:gd name="T47" fmla="*/ 359 h 400"/>
                  <a:gd name="T48" fmla="*/ 607 w 662"/>
                  <a:gd name="T49" fmla="*/ 386 h 400"/>
                  <a:gd name="T50" fmla="*/ 565 w 662"/>
                  <a:gd name="T51" fmla="*/ 400 h 400"/>
                  <a:gd name="T52" fmla="*/ 510 w 662"/>
                  <a:gd name="T53" fmla="*/ 400 h 400"/>
                  <a:gd name="T54" fmla="*/ 469 w 662"/>
                  <a:gd name="T55" fmla="*/ 386 h 400"/>
                  <a:gd name="T56" fmla="*/ 414 w 662"/>
                  <a:gd name="T57" fmla="*/ 386 h 400"/>
                  <a:gd name="T58" fmla="*/ 372 w 662"/>
                  <a:gd name="T59" fmla="*/ 372 h 400"/>
                  <a:gd name="T60" fmla="*/ 331 w 662"/>
                  <a:gd name="T61" fmla="*/ 372 h 400"/>
                  <a:gd name="T62" fmla="*/ 289 w 662"/>
                  <a:gd name="T63" fmla="*/ 372 h 400"/>
                  <a:gd name="T64" fmla="*/ 262 w 662"/>
                  <a:gd name="T65" fmla="*/ 372 h 400"/>
                  <a:gd name="T66" fmla="*/ 221 w 662"/>
                  <a:gd name="T67" fmla="*/ 386 h 400"/>
                  <a:gd name="T68" fmla="*/ 193 w 662"/>
                  <a:gd name="T69" fmla="*/ 386 h 400"/>
                  <a:gd name="T70" fmla="*/ 165 w 662"/>
                  <a:gd name="T71" fmla="*/ 386 h 400"/>
                  <a:gd name="T72" fmla="*/ 138 w 662"/>
                  <a:gd name="T73" fmla="*/ 386 h 400"/>
                  <a:gd name="T74" fmla="*/ 110 w 662"/>
                  <a:gd name="T75" fmla="*/ 386 h 400"/>
                  <a:gd name="T76" fmla="*/ 83 w 662"/>
                  <a:gd name="T77" fmla="*/ 386 h 400"/>
                  <a:gd name="T78" fmla="*/ 55 w 662"/>
                  <a:gd name="T79" fmla="*/ 372 h 400"/>
                  <a:gd name="T80" fmla="*/ 55 w 662"/>
                  <a:gd name="T81" fmla="*/ 359 h 400"/>
                  <a:gd name="T82" fmla="*/ 41 w 662"/>
                  <a:gd name="T83" fmla="*/ 345 h 400"/>
                  <a:gd name="T84" fmla="*/ 27 w 662"/>
                  <a:gd name="T85" fmla="*/ 317 h 400"/>
                  <a:gd name="T86" fmla="*/ 14 w 662"/>
                  <a:gd name="T87" fmla="*/ 276 h 400"/>
                  <a:gd name="T88" fmla="*/ 14 w 662"/>
                  <a:gd name="T89" fmla="*/ 234 h 400"/>
                  <a:gd name="T90" fmla="*/ 0 w 662"/>
                  <a:gd name="T91" fmla="*/ 193 h 400"/>
                  <a:gd name="T92" fmla="*/ 14 w 662"/>
                  <a:gd name="T93" fmla="*/ 165 h 400"/>
                  <a:gd name="T94" fmla="*/ 14 w 662"/>
                  <a:gd name="T95" fmla="*/ 124 h 400"/>
                  <a:gd name="T96" fmla="*/ 27 w 662"/>
                  <a:gd name="T97" fmla="*/ 96 h 400"/>
                  <a:gd name="T98" fmla="*/ 27 w 662"/>
                  <a:gd name="T99" fmla="*/ 96 h 40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62"/>
                  <a:gd name="T151" fmla="*/ 0 h 400"/>
                  <a:gd name="T152" fmla="*/ 662 w 662"/>
                  <a:gd name="T153" fmla="*/ 400 h 40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62" h="400">
                    <a:moveTo>
                      <a:pt x="27" y="96"/>
                    </a:moveTo>
                    <a:lnTo>
                      <a:pt x="41" y="69"/>
                    </a:lnTo>
                    <a:lnTo>
                      <a:pt x="69" y="41"/>
                    </a:lnTo>
                    <a:lnTo>
                      <a:pt x="110" y="27"/>
                    </a:lnTo>
                    <a:lnTo>
                      <a:pt x="138" y="27"/>
                    </a:lnTo>
                    <a:lnTo>
                      <a:pt x="165" y="27"/>
                    </a:lnTo>
                    <a:lnTo>
                      <a:pt x="193" y="27"/>
                    </a:lnTo>
                    <a:lnTo>
                      <a:pt x="248" y="41"/>
                    </a:lnTo>
                    <a:lnTo>
                      <a:pt x="303" y="41"/>
                    </a:lnTo>
                    <a:lnTo>
                      <a:pt x="345" y="41"/>
                    </a:lnTo>
                    <a:lnTo>
                      <a:pt x="372" y="27"/>
                    </a:lnTo>
                    <a:lnTo>
                      <a:pt x="400" y="14"/>
                    </a:lnTo>
                    <a:lnTo>
                      <a:pt x="441" y="0"/>
                    </a:lnTo>
                    <a:lnTo>
                      <a:pt x="483" y="0"/>
                    </a:lnTo>
                    <a:lnTo>
                      <a:pt x="510" y="14"/>
                    </a:lnTo>
                    <a:lnTo>
                      <a:pt x="538" y="14"/>
                    </a:lnTo>
                    <a:lnTo>
                      <a:pt x="552" y="27"/>
                    </a:lnTo>
                    <a:lnTo>
                      <a:pt x="579" y="41"/>
                    </a:lnTo>
                    <a:lnTo>
                      <a:pt x="621" y="69"/>
                    </a:lnTo>
                    <a:lnTo>
                      <a:pt x="648" y="124"/>
                    </a:lnTo>
                    <a:lnTo>
                      <a:pt x="662" y="207"/>
                    </a:lnTo>
                    <a:lnTo>
                      <a:pt x="662" y="248"/>
                    </a:lnTo>
                    <a:lnTo>
                      <a:pt x="662" y="290"/>
                    </a:lnTo>
                    <a:lnTo>
                      <a:pt x="634" y="359"/>
                    </a:lnTo>
                    <a:lnTo>
                      <a:pt x="607" y="386"/>
                    </a:lnTo>
                    <a:lnTo>
                      <a:pt x="565" y="400"/>
                    </a:lnTo>
                    <a:lnTo>
                      <a:pt x="510" y="400"/>
                    </a:lnTo>
                    <a:lnTo>
                      <a:pt x="469" y="386"/>
                    </a:lnTo>
                    <a:lnTo>
                      <a:pt x="414" y="386"/>
                    </a:lnTo>
                    <a:lnTo>
                      <a:pt x="372" y="372"/>
                    </a:lnTo>
                    <a:lnTo>
                      <a:pt x="331" y="372"/>
                    </a:lnTo>
                    <a:lnTo>
                      <a:pt x="289" y="372"/>
                    </a:lnTo>
                    <a:lnTo>
                      <a:pt x="262" y="372"/>
                    </a:lnTo>
                    <a:lnTo>
                      <a:pt x="221" y="386"/>
                    </a:lnTo>
                    <a:lnTo>
                      <a:pt x="193" y="386"/>
                    </a:lnTo>
                    <a:lnTo>
                      <a:pt x="165" y="386"/>
                    </a:lnTo>
                    <a:lnTo>
                      <a:pt x="138" y="386"/>
                    </a:lnTo>
                    <a:lnTo>
                      <a:pt x="110" y="386"/>
                    </a:lnTo>
                    <a:lnTo>
                      <a:pt x="83" y="386"/>
                    </a:lnTo>
                    <a:lnTo>
                      <a:pt x="55" y="372"/>
                    </a:lnTo>
                    <a:lnTo>
                      <a:pt x="55" y="359"/>
                    </a:lnTo>
                    <a:lnTo>
                      <a:pt x="41" y="345"/>
                    </a:lnTo>
                    <a:lnTo>
                      <a:pt x="27" y="317"/>
                    </a:lnTo>
                    <a:lnTo>
                      <a:pt x="14" y="276"/>
                    </a:lnTo>
                    <a:lnTo>
                      <a:pt x="14" y="234"/>
                    </a:lnTo>
                    <a:lnTo>
                      <a:pt x="0" y="193"/>
                    </a:lnTo>
                    <a:lnTo>
                      <a:pt x="14" y="165"/>
                    </a:lnTo>
                    <a:lnTo>
                      <a:pt x="14" y="124"/>
                    </a:lnTo>
                    <a:lnTo>
                      <a:pt x="27" y="96"/>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62" name="Freeform 20">
                <a:extLst>
                  <a:ext uri="{FF2B5EF4-FFF2-40B4-BE49-F238E27FC236}">
                    <a16:creationId xmlns:a16="http://schemas.microsoft.com/office/drawing/2014/main" id="{B1C9E825-3E73-48E3-BC3C-86074EB80502}"/>
                  </a:ext>
                </a:extLst>
              </p:cNvPr>
              <p:cNvSpPr>
                <a:spLocks/>
              </p:cNvSpPr>
              <p:nvPr/>
            </p:nvSpPr>
            <p:spPr bwMode="auto">
              <a:xfrm>
                <a:off x="1463" y="2002"/>
                <a:ext cx="649" cy="401"/>
              </a:xfrm>
              <a:custGeom>
                <a:avLst/>
                <a:gdLst>
                  <a:gd name="T0" fmla="*/ 14 w 649"/>
                  <a:gd name="T1" fmla="*/ 97 h 401"/>
                  <a:gd name="T2" fmla="*/ 28 w 649"/>
                  <a:gd name="T3" fmla="*/ 69 h 401"/>
                  <a:gd name="T4" fmla="*/ 55 w 649"/>
                  <a:gd name="T5" fmla="*/ 42 h 401"/>
                  <a:gd name="T6" fmla="*/ 97 w 649"/>
                  <a:gd name="T7" fmla="*/ 28 h 401"/>
                  <a:gd name="T8" fmla="*/ 124 w 649"/>
                  <a:gd name="T9" fmla="*/ 28 h 401"/>
                  <a:gd name="T10" fmla="*/ 152 w 649"/>
                  <a:gd name="T11" fmla="*/ 28 h 401"/>
                  <a:gd name="T12" fmla="*/ 193 w 649"/>
                  <a:gd name="T13" fmla="*/ 28 h 401"/>
                  <a:gd name="T14" fmla="*/ 235 w 649"/>
                  <a:gd name="T15" fmla="*/ 28 h 401"/>
                  <a:gd name="T16" fmla="*/ 290 w 649"/>
                  <a:gd name="T17" fmla="*/ 42 h 401"/>
                  <a:gd name="T18" fmla="*/ 345 w 649"/>
                  <a:gd name="T19" fmla="*/ 42 h 401"/>
                  <a:gd name="T20" fmla="*/ 373 w 649"/>
                  <a:gd name="T21" fmla="*/ 28 h 401"/>
                  <a:gd name="T22" fmla="*/ 387 w 649"/>
                  <a:gd name="T23" fmla="*/ 0 h 401"/>
                  <a:gd name="T24" fmla="*/ 428 w 649"/>
                  <a:gd name="T25" fmla="*/ 0 h 401"/>
                  <a:gd name="T26" fmla="*/ 469 w 649"/>
                  <a:gd name="T27" fmla="*/ 0 h 401"/>
                  <a:gd name="T28" fmla="*/ 497 w 649"/>
                  <a:gd name="T29" fmla="*/ 0 h 401"/>
                  <a:gd name="T30" fmla="*/ 525 w 649"/>
                  <a:gd name="T31" fmla="*/ 14 h 401"/>
                  <a:gd name="T32" fmla="*/ 538 w 649"/>
                  <a:gd name="T33" fmla="*/ 28 h 401"/>
                  <a:gd name="T34" fmla="*/ 566 w 649"/>
                  <a:gd name="T35" fmla="*/ 42 h 401"/>
                  <a:gd name="T36" fmla="*/ 607 w 649"/>
                  <a:gd name="T37" fmla="*/ 69 h 401"/>
                  <a:gd name="T38" fmla="*/ 635 w 649"/>
                  <a:gd name="T39" fmla="*/ 125 h 401"/>
                  <a:gd name="T40" fmla="*/ 649 w 649"/>
                  <a:gd name="T41" fmla="*/ 194 h 401"/>
                  <a:gd name="T42" fmla="*/ 649 w 649"/>
                  <a:gd name="T43" fmla="*/ 249 h 401"/>
                  <a:gd name="T44" fmla="*/ 649 w 649"/>
                  <a:gd name="T45" fmla="*/ 276 h 401"/>
                  <a:gd name="T46" fmla="*/ 635 w 649"/>
                  <a:gd name="T47" fmla="*/ 345 h 401"/>
                  <a:gd name="T48" fmla="*/ 594 w 649"/>
                  <a:gd name="T49" fmla="*/ 387 h 401"/>
                  <a:gd name="T50" fmla="*/ 552 w 649"/>
                  <a:gd name="T51" fmla="*/ 401 h 401"/>
                  <a:gd name="T52" fmla="*/ 497 w 649"/>
                  <a:gd name="T53" fmla="*/ 387 h 401"/>
                  <a:gd name="T54" fmla="*/ 456 w 649"/>
                  <a:gd name="T55" fmla="*/ 387 h 401"/>
                  <a:gd name="T56" fmla="*/ 414 w 649"/>
                  <a:gd name="T57" fmla="*/ 373 h 401"/>
                  <a:gd name="T58" fmla="*/ 373 w 649"/>
                  <a:gd name="T59" fmla="*/ 373 h 401"/>
                  <a:gd name="T60" fmla="*/ 318 w 649"/>
                  <a:gd name="T61" fmla="*/ 373 h 401"/>
                  <a:gd name="T62" fmla="*/ 276 w 649"/>
                  <a:gd name="T63" fmla="*/ 373 h 401"/>
                  <a:gd name="T64" fmla="*/ 249 w 649"/>
                  <a:gd name="T65" fmla="*/ 373 h 401"/>
                  <a:gd name="T66" fmla="*/ 221 w 649"/>
                  <a:gd name="T67" fmla="*/ 373 h 401"/>
                  <a:gd name="T68" fmla="*/ 180 w 649"/>
                  <a:gd name="T69" fmla="*/ 387 h 401"/>
                  <a:gd name="T70" fmla="*/ 152 w 649"/>
                  <a:gd name="T71" fmla="*/ 387 h 401"/>
                  <a:gd name="T72" fmla="*/ 124 w 649"/>
                  <a:gd name="T73" fmla="*/ 387 h 401"/>
                  <a:gd name="T74" fmla="*/ 97 w 649"/>
                  <a:gd name="T75" fmla="*/ 387 h 401"/>
                  <a:gd name="T76" fmla="*/ 69 w 649"/>
                  <a:gd name="T77" fmla="*/ 373 h 401"/>
                  <a:gd name="T78" fmla="*/ 55 w 649"/>
                  <a:gd name="T79" fmla="*/ 373 h 401"/>
                  <a:gd name="T80" fmla="*/ 42 w 649"/>
                  <a:gd name="T81" fmla="*/ 359 h 401"/>
                  <a:gd name="T82" fmla="*/ 42 w 649"/>
                  <a:gd name="T83" fmla="*/ 345 h 401"/>
                  <a:gd name="T84" fmla="*/ 28 w 649"/>
                  <a:gd name="T85" fmla="*/ 318 h 401"/>
                  <a:gd name="T86" fmla="*/ 0 w 649"/>
                  <a:gd name="T87" fmla="*/ 263 h 401"/>
                  <a:gd name="T88" fmla="*/ 0 w 649"/>
                  <a:gd name="T89" fmla="*/ 235 h 401"/>
                  <a:gd name="T90" fmla="*/ 0 w 649"/>
                  <a:gd name="T91" fmla="*/ 194 h 401"/>
                  <a:gd name="T92" fmla="*/ 0 w 649"/>
                  <a:gd name="T93" fmla="*/ 152 h 401"/>
                  <a:gd name="T94" fmla="*/ 0 w 649"/>
                  <a:gd name="T95" fmla="*/ 111 h 401"/>
                  <a:gd name="T96" fmla="*/ 14 w 649"/>
                  <a:gd name="T97" fmla="*/ 97 h 401"/>
                  <a:gd name="T98" fmla="*/ 14 w 649"/>
                  <a:gd name="T99" fmla="*/ 97 h 40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49"/>
                  <a:gd name="T151" fmla="*/ 0 h 401"/>
                  <a:gd name="T152" fmla="*/ 649 w 649"/>
                  <a:gd name="T153" fmla="*/ 401 h 40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49" h="401">
                    <a:moveTo>
                      <a:pt x="14" y="97"/>
                    </a:moveTo>
                    <a:lnTo>
                      <a:pt x="28" y="69"/>
                    </a:lnTo>
                    <a:lnTo>
                      <a:pt x="55" y="42"/>
                    </a:lnTo>
                    <a:lnTo>
                      <a:pt x="97" y="28"/>
                    </a:lnTo>
                    <a:lnTo>
                      <a:pt x="124" y="28"/>
                    </a:lnTo>
                    <a:lnTo>
                      <a:pt x="152" y="28"/>
                    </a:lnTo>
                    <a:lnTo>
                      <a:pt x="193" y="28"/>
                    </a:lnTo>
                    <a:lnTo>
                      <a:pt x="235" y="28"/>
                    </a:lnTo>
                    <a:lnTo>
                      <a:pt x="290" y="42"/>
                    </a:lnTo>
                    <a:lnTo>
                      <a:pt x="345" y="42"/>
                    </a:lnTo>
                    <a:lnTo>
                      <a:pt x="373" y="28"/>
                    </a:lnTo>
                    <a:lnTo>
                      <a:pt x="387" y="0"/>
                    </a:lnTo>
                    <a:lnTo>
                      <a:pt x="428" y="0"/>
                    </a:lnTo>
                    <a:lnTo>
                      <a:pt x="469" y="0"/>
                    </a:lnTo>
                    <a:lnTo>
                      <a:pt x="497" y="0"/>
                    </a:lnTo>
                    <a:lnTo>
                      <a:pt x="525" y="14"/>
                    </a:lnTo>
                    <a:lnTo>
                      <a:pt x="538" y="28"/>
                    </a:lnTo>
                    <a:lnTo>
                      <a:pt x="566" y="42"/>
                    </a:lnTo>
                    <a:lnTo>
                      <a:pt x="607" y="69"/>
                    </a:lnTo>
                    <a:lnTo>
                      <a:pt x="635" y="125"/>
                    </a:lnTo>
                    <a:lnTo>
                      <a:pt x="649" y="194"/>
                    </a:lnTo>
                    <a:lnTo>
                      <a:pt x="649" y="249"/>
                    </a:lnTo>
                    <a:lnTo>
                      <a:pt x="649" y="276"/>
                    </a:lnTo>
                    <a:lnTo>
                      <a:pt x="635" y="345"/>
                    </a:lnTo>
                    <a:lnTo>
                      <a:pt x="594" y="387"/>
                    </a:lnTo>
                    <a:lnTo>
                      <a:pt x="552" y="401"/>
                    </a:lnTo>
                    <a:lnTo>
                      <a:pt x="497" y="387"/>
                    </a:lnTo>
                    <a:lnTo>
                      <a:pt x="456" y="387"/>
                    </a:lnTo>
                    <a:lnTo>
                      <a:pt x="414" y="373"/>
                    </a:lnTo>
                    <a:lnTo>
                      <a:pt x="373" y="373"/>
                    </a:lnTo>
                    <a:lnTo>
                      <a:pt x="318" y="373"/>
                    </a:lnTo>
                    <a:lnTo>
                      <a:pt x="276" y="373"/>
                    </a:lnTo>
                    <a:lnTo>
                      <a:pt x="249" y="373"/>
                    </a:lnTo>
                    <a:lnTo>
                      <a:pt x="221" y="373"/>
                    </a:lnTo>
                    <a:lnTo>
                      <a:pt x="180" y="387"/>
                    </a:lnTo>
                    <a:lnTo>
                      <a:pt x="152" y="387"/>
                    </a:lnTo>
                    <a:lnTo>
                      <a:pt x="124" y="387"/>
                    </a:lnTo>
                    <a:lnTo>
                      <a:pt x="97" y="387"/>
                    </a:lnTo>
                    <a:lnTo>
                      <a:pt x="69" y="373"/>
                    </a:lnTo>
                    <a:lnTo>
                      <a:pt x="55" y="373"/>
                    </a:lnTo>
                    <a:lnTo>
                      <a:pt x="42" y="359"/>
                    </a:lnTo>
                    <a:lnTo>
                      <a:pt x="42" y="345"/>
                    </a:lnTo>
                    <a:lnTo>
                      <a:pt x="28" y="318"/>
                    </a:lnTo>
                    <a:lnTo>
                      <a:pt x="0" y="263"/>
                    </a:lnTo>
                    <a:lnTo>
                      <a:pt x="0" y="235"/>
                    </a:lnTo>
                    <a:lnTo>
                      <a:pt x="0" y="194"/>
                    </a:lnTo>
                    <a:lnTo>
                      <a:pt x="0" y="152"/>
                    </a:lnTo>
                    <a:lnTo>
                      <a:pt x="0" y="111"/>
                    </a:lnTo>
                    <a:lnTo>
                      <a:pt x="14" y="97"/>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63" name="Freeform 21">
                <a:extLst>
                  <a:ext uri="{FF2B5EF4-FFF2-40B4-BE49-F238E27FC236}">
                    <a16:creationId xmlns:a16="http://schemas.microsoft.com/office/drawing/2014/main" id="{65B227D3-CB81-412A-BFAA-0994217E48E1}"/>
                  </a:ext>
                </a:extLst>
              </p:cNvPr>
              <p:cNvSpPr>
                <a:spLocks/>
              </p:cNvSpPr>
              <p:nvPr/>
            </p:nvSpPr>
            <p:spPr bwMode="auto">
              <a:xfrm>
                <a:off x="4830" y="2651"/>
                <a:ext cx="855" cy="524"/>
              </a:xfrm>
              <a:custGeom>
                <a:avLst/>
                <a:gdLst>
                  <a:gd name="T0" fmla="*/ 28 w 855"/>
                  <a:gd name="T1" fmla="*/ 124 h 524"/>
                  <a:gd name="T2" fmla="*/ 41 w 855"/>
                  <a:gd name="T3" fmla="*/ 97 h 524"/>
                  <a:gd name="T4" fmla="*/ 97 w 855"/>
                  <a:gd name="T5" fmla="*/ 55 h 524"/>
                  <a:gd name="T6" fmla="*/ 138 w 855"/>
                  <a:gd name="T7" fmla="*/ 41 h 524"/>
                  <a:gd name="T8" fmla="*/ 179 w 855"/>
                  <a:gd name="T9" fmla="*/ 41 h 524"/>
                  <a:gd name="T10" fmla="*/ 207 w 855"/>
                  <a:gd name="T11" fmla="*/ 41 h 524"/>
                  <a:gd name="T12" fmla="*/ 262 w 855"/>
                  <a:gd name="T13" fmla="*/ 41 h 524"/>
                  <a:gd name="T14" fmla="*/ 317 w 855"/>
                  <a:gd name="T15" fmla="*/ 41 h 524"/>
                  <a:gd name="T16" fmla="*/ 386 w 855"/>
                  <a:gd name="T17" fmla="*/ 55 h 524"/>
                  <a:gd name="T18" fmla="*/ 455 w 855"/>
                  <a:gd name="T19" fmla="*/ 55 h 524"/>
                  <a:gd name="T20" fmla="*/ 483 w 855"/>
                  <a:gd name="T21" fmla="*/ 28 h 524"/>
                  <a:gd name="T22" fmla="*/ 510 w 855"/>
                  <a:gd name="T23" fmla="*/ 14 h 524"/>
                  <a:gd name="T24" fmla="*/ 566 w 855"/>
                  <a:gd name="T25" fmla="*/ 0 h 524"/>
                  <a:gd name="T26" fmla="*/ 621 w 855"/>
                  <a:gd name="T27" fmla="*/ 0 h 524"/>
                  <a:gd name="T28" fmla="*/ 648 w 855"/>
                  <a:gd name="T29" fmla="*/ 14 h 524"/>
                  <a:gd name="T30" fmla="*/ 690 w 855"/>
                  <a:gd name="T31" fmla="*/ 28 h 524"/>
                  <a:gd name="T32" fmla="*/ 704 w 855"/>
                  <a:gd name="T33" fmla="*/ 41 h 524"/>
                  <a:gd name="T34" fmla="*/ 745 w 855"/>
                  <a:gd name="T35" fmla="*/ 55 h 524"/>
                  <a:gd name="T36" fmla="*/ 786 w 855"/>
                  <a:gd name="T37" fmla="*/ 97 h 524"/>
                  <a:gd name="T38" fmla="*/ 842 w 855"/>
                  <a:gd name="T39" fmla="*/ 166 h 524"/>
                  <a:gd name="T40" fmla="*/ 855 w 855"/>
                  <a:gd name="T41" fmla="*/ 262 h 524"/>
                  <a:gd name="T42" fmla="*/ 855 w 855"/>
                  <a:gd name="T43" fmla="*/ 317 h 524"/>
                  <a:gd name="T44" fmla="*/ 842 w 855"/>
                  <a:gd name="T45" fmla="*/ 372 h 524"/>
                  <a:gd name="T46" fmla="*/ 828 w 855"/>
                  <a:gd name="T47" fmla="*/ 455 h 524"/>
                  <a:gd name="T48" fmla="*/ 773 w 855"/>
                  <a:gd name="T49" fmla="*/ 497 h 524"/>
                  <a:gd name="T50" fmla="*/ 717 w 855"/>
                  <a:gd name="T51" fmla="*/ 524 h 524"/>
                  <a:gd name="T52" fmla="*/ 662 w 855"/>
                  <a:gd name="T53" fmla="*/ 510 h 524"/>
                  <a:gd name="T54" fmla="*/ 593 w 855"/>
                  <a:gd name="T55" fmla="*/ 497 h 524"/>
                  <a:gd name="T56" fmla="*/ 538 w 855"/>
                  <a:gd name="T57" fmla="*/ 483 h 524"/>
                  <a:gd name="T58" fmla="*/ 483 w 855"/>
                  <a:gd name="T59" fmla="*/ 483 h 524"/>
                  <a:gd name="T60" fmla="*/ 428 w 855"/>
                  <a:gd name="T61" fmla="*/ 483 h 524"/>
                  <a:gd name="T62" fmla="*/ 372 w 855"/>
                  <a:gd name="T63" fmla="*/ 483 h 524"/>
                  <a:gd name="T64" fmla="*/ 331 w 855"/>
                  <a:gd name="T65" fmla="*/ 483 h 524"/>
                  <a:gd name="T66" fmla="*/ 290 w 855"/>
                  <a:gd name="T67" fmla="*/ 497 h 524"/>
                  <a:gd name="T68" fmla="*/ 248 w 855"/>
                  <a:gd name="T69" fmla="*/ 497 h 524"/>
                  <a:gd name="T70" fmla="*/ 207 w 855"/>
                  <a:gd name="T71" fmla="*/ 510 h 524"/>
                  <a:gd name="T72" fmla="*/ 166 w 855"/>
                  <a:gd name="T73" fmla="*/ 510 h 524"/>
                  <a:gd name="T74" fmla="*/ 138 w 855"/>
                  <a:gd name="T75" fmla="*/ 497 h 524"/>
                  <a:gd name="T76" fmla="*/ 110 w 855"/>
                  <a:gd name="T77" fmla="*/ 497 h 524"/>
                  <a:gd name="T78" fmla="*/ 83 w 855"/>
                  <a:gd name="T79" fmla="*/ 469 h 524"/>
                  <a:gd name="T80" fmla="*/ 69 w 855"/>
                  <a:gd name="T81" fmla="*/ 469 h 524"/>
                  <a:gd name="T82" fmla="*/ 55 w 855"/>
                  <a:gd name="T83" fmla="*/ 455 h 524"/>
                  <a:gd name="T84" fmla="*/ 41 w 855"/>
                  <a:gd name="T85" fmla="*/ 400 h 524"/>
                  <a:gd name="T86" fmla="*/ 14 w 855"/>
                  <a:gd name="T87" fmla="*/ 345 h 524"/>
                  <a:gd name="T88" fmla="*/ 14 w 855"/>
                  <a:gd name="T89" fmla="*/ 303 h 524"/>
                  <a:gd name="T90" fmla="*/ 0 w 855"/>
                  <a:gd name="T91" fmla="*/ 262 h 524"/>
                  <a:gd name="T92" fmla="*/ 14 w 855"/>
                  <a:gd name="T93" fmla="*/ 207 h 524"/>
                  <a:gd name="T94" fmla="*/ 14 w 855"/>
                  <a:gd name="T95" fmla="*/ 152 h 524"/>
                  <a:gd name="T96" fmla="*/ 28 w 855"/>
                  <a:gd name="T97" fmla="*/ 124 h 524"/>
                  <a:gd name="T98" fmla="*/ 28 w 855"/>
                  <a:gd name="T99" fmla="*/ 124 h 52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55"/>
                  <a:gd name="T151" fmla="*/ 0 h 524"/>
                  <a:gd name="T152" fmla="*/ 855 w 855"/>
                  <a:gd name="T153" fmla="*/ 524 h 52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55" h="524">
                    <a:moveTo>
                      <a:pt x="28" y="124"/>
                    </a:moveTo>
                    <a:lnTo>
                      <a:pt x="41" y="97"/>
                    </a:lnTo>
                    <a:lnTo>
                      <a:pt x="97" y="55"/>
                    </a:lnTo>
                    <a:lnTo>
                      <a:pt x="138" y="41"/>
                    </a:lnTo>
                    <a:lnTo>
                      <a:pt x="179" y="41"/>
                    </a:lnTo>
                    <a:lnTo>
                      <a:pt x="207" y="41"/>
                    </a:lnTo>
                    <a:lnTo>
                      <a:pt x="262" y="41"/>
                    </a:lnTo>
                    <a:lnTo>
                      <a:pt x="317" y="41"/>
                    </a:lnTo>
                    <a:lnTo>
                      <a:pt x="386" y="55"/>
                    </a:lnTo>
                    <a:lnTo>
                      <a:pt x="455" y="55"/>
                    </a:lnTo>
                    <a:lnTo>
                      <a:pt x="483" y="28"/>
                    </a:lnTo>
                    <a:lnTo>
                      <a:pt x="510" y="14"/>
                    </a:lnTo>
                    <a:lnTo>
                      <a:pt x="566" y="0"/>
                    </a:lnTo>
                    <a:lnTo>
                      <a:pt x="621" y="0"/>
                    </a:lnTo>
                    <a:lnTo>
                      <a:pt x="648" y="14"/>
                    </a:lnTo>
                    <a:lnTo>
                      <a:pt x="690" y="28"/>
                    </a:lnTo>
                    <a:lnTo>
                      <a:pt x="704" y="41"/>
                    </a:lnTo>
                    <a:lnTo>
                      <a:pt x="745" y="55"/>
                    </a:lnTo>
                    <a:lnTo>
                      <a:pt x="786" y="97"/>
                    </a:lnTo>
                    <a:lnTo>
                      <a:pt x="842" y="166"/>
                    </a:lnTo>
                    <a:lnTo>
                      <a:pt x="855" y="262"/>
                    </a:lnTo>
                    <a:lnTo>
                      <a:pt x="855" y="317"/>
                    </a:lnTo>
                    <a:lnTo>
                      <a:pt x="842" y="372"/>
                    </a:lnTo>
                    <a:lnTo>
                      <a:pt x="828" y="455"/>
                    </a:lnTo>
                    <a:lnTo>
                      <a:pt x="773" y="497"/>
                    </a:lnTo>
                    <a:lnTo>
                      <a:pt x="717" y="524"/>
                    </a:lnTo>
                    <a:lnTo>
                      <a:pt x="662" y="510"/>
                    </a:lnTo>
                    <a:lnTo>
                      <a:pt x="593" y="497"/>
                    </a:lnTo>
                    <a:lnTo>
                      <a:pt x="538" y="483"/>
                    </a:lnTo>
                    <a:lnTo>
                      <a:pt x="483" y="483"/>
                    </a:lnTo>
                    <a:lnTo>
                      <a:pt x="428" y="483"/>
                    </a:lnTo>
                    <a:lnTo>
                      <a:pt x="372" y="483"/>
                    </a:lnTo>
                    <a:lnTo>
                      <a:pt x="331" y="483"/>
                    </a:lnTo>
                    <a:lnTo>
                      <a:pt x="290" y="497"/>
                    </a:lnTo>
                    <a:lnTo>
                      <a:pt x="248" y="497"/>
                    </a:lnTo>
                    <a:lnTo>
                      <a:pt x="207" y="510"/>
                    </a:lnTo>
                    <a:lnTo>
                      <a:pt x="166" y="510"/>
                    </a:lnTo>
                    <a:lnTo>
                      <a:pt x="138" y="497"/>
                    </a:lnTo>
                    <a:lnTo>
                      <a:pt x="110" y="497"/>
                    </a:lnTo>
                    <a:lnTo>
                      <a:pt x="83" y="469"/>
                    </a:lnTo>
                    <a:lnTo>
                      <a:pt x="69" y="469"/>
                    </a:lnTo>
                    <a:lnTo>
                      <a:pt x="55" y="455"/>
                    </a:lnTo>
                    <a:lnTo>
                      <a:pt x="41" y="400"/>
                    </a:lnTo>
                    <a:lnTo>
                      <a:pt x="14" y="345"/>
                    </a:lnTo>
                    <a:lnTo>
                      <a:pt x="14" y="303"/>
                    </a:lnTo>
                    <a:lnTo>
                      <a:pt x="0" y="262"/>
                    </a:lnTo>
                    <a:lnTo>
                      <a:pt x="14" y="207"/>
                    </a:lnTo>
                    <a:lnTo>
                      <a:pt x="14" y="152"/>
                    </a:lnTo>
                    <a:lnTo>
                      <a:pt x="28" y="124"/>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64" name="Freeform 22">
                <a:extLst>
                  <a:ext uri="{FF2B5EF4-FFF2-40B4-BE49-F238E27FC236}">
                    <a16:creationId xmlns:a16="http://schemas.microsoft.com/office/drawing/2014/main" id="{B4D50B72-3AA0-4C0C-9522-3E262571B19F}"/>
                  </a:ext>
                </a:extLst>
              </p:cNvPr>
              <p:cNvSpPr>
                <a:spLocks/>
              </p:cNvSpPr>
              <p:nvPr/>
            </p:nvSpPr>
            <p:spPr bwMode="auto">
              <a:xfrm>
                <a:off x="4789" y="2058"/>
                <a:ext cx="496" cy="427"/>
              </a:xfrm>
              <a:custGeom>
                <a:avLst/>
                <a:gdLst>
                  <a:gd name="T0" fmla="*/ 13 w 496"/>
                  <a:gd name="T1" fmla="*/ 96 h 427"/>
                  <a:gd name="T2" fmla="*/ 13 w 496"/>
                  <a:gd name="T3" fmla="*/ 82 h 427"/>
                  <a:gd name="T4" fmla="*/ 41 w 496"/>
                  <a:gd name="T5" fmla="*/ 41 h 427"/>
                  <a:gd name="T6" fmla="*/ 69 w 496"/>
                  <a:gd name="T7" fmla="*/ 27 h 427"/>
                  <a:gd name="T8" fmla="*/ 96 w 496"/>
                  <a:gd name="T9" fmla="*/ 27 h 427"/>
                  <a:gd name="T10" fmla="*/ 110 w 496"/>
                  <a:gd name="T11" fmla="*/ 27 h 427"/>
                  <a:gd name="T12" fmla="*/ 138 w 496"/>
                  <a:gd name="T13" fmla="*/ 27 h 427"/>
                  <a:gd name="T14" fmla="*/ 179 w 496"/>
                  <a:gd name="T15" fmla="*/ 41 h 427"/>
                  <a:gd name="T16" fmla="*/ 220 w 496"/>
                  <a:gd name="T17" fmla="*/ 41 h 427"/>
                  <a:gd name="T18" fmla="*/ 248 w 496"/>
                  <a:gd name="T19" fmla="*/ 41 h 427"/>
                  <a:gd name="T20" fmla="*/ 275 w 496"/>
                  <a:gd name="T21" fmla="*/ 27 h 427"/>
                  <a:gd name="T22" fmla="*/ 289 w 496"/>
                  <a:gd name="T23" fmla="*/ 13 h 427"/>
                  <a:gd name="T24" fmla="*/ 317 w 496"/>
                  <a:gd name="T25" fmla="*/ 0 h 427"/>
                  <a:gd name="T26" fmla="*/ 344 w 496"/>
                  <a:gd name="T27" fmla="*/ 0 h 427"/>
                  <a:gd name="T28" fmla="*/ 372 w 496"/>
                  <a:gd name="T29" fmla="*/ 0 h 427"/>
                  <a:gd name="T30" fmla="*/ 400 w 496"/>
                  <a:gd name="T31" fmla="*/ 13 h 427"/>
                  <a:gd name="T32" fmla="*/ 413 w 496"/>
                  <a:gd name="T33" fmla="*/ 27 h 427"/>
                  <a:gd name="T34" fmla="*/ 427 w 496"/>
                  <a:gd name="T35" fmla="*/ 41 h 427"/>
                  <a:gd name="T36" fmla="*/ 455 w 496"/>
                  <a:gd name="T37" fmla="*/ 82 h 427"/>
                  <a:gd name="T38" fmla="*/ 482 w 496"/>
                  <a:gd name="T39" fmla="*/ 138 h 427"/>
                  <a:gd name="T40" fmla="*/ 482 w 496"/>
                  <a:gd name="T41" fmla="*/ 220 h 427"/>
                  <a:gd name="T42" fmla="*/ 496 w 496"/>
                  <a:gd name="T43" fmla="*/ 262 h 427"/>
                  <a:gd name="T44" fmla="*/ 482 w 496"/>
                  <a:gd name="T45" fmla="*/ 303 h 427"/>
                  <a:gd name="T46" fmla="*/ 469 w 496"/>
                  <a:gd name="T47" fmla="*/ 372 h 427"/>
                  <a:gd name="T48" fmla="*/ 441 w 496"/>
                  <a:gd name="T49" fmla="*/ 414 h 427"/>
                  <a:gd name="T50" fmla="*/ 413 w 496"/>
                  <a:gd name="T51" fmla="*/ 427 h 427"/>
                  <a:gd name="T52" fmla="*/ 372 w 496"/>
                  <a:gd name="T53" fmla="*/ 427 h 427"/>
                  <a:gd name="T54" fmla="*/ 344 w 496"/>
                  <a:gd name="T55" fmla="*/ 414 h 427"/>
                  <a:gd name="T56" fmla="*/ 303 w 496"/>
                  <a:gd name="T57" fmla="*/ 400 h 427"/>
                  <a:gd name="T58" fmla="*/ 275 w 496"/>
                  <a:gd name="T59" fmla="*/ 400 h 427"/>
                  <a:gd name="T60" fmla="*/ 248 w 496"/>
                  <a:gd name="T61" fmla="*/ 400 h 427"/>
                  <a:gd name="T62" fmla="*/ 207 w 496"/>
                  <a:gd name="T63" fmla="*/ 400 h 427"/>
                  <a:gd name="T64" fmla="*/ 179 w 496"/>
                  <a:gd name="T65" fmla="*/ 400 h 427"/>
                  <a:gd name="T66" fmla="*/ 165 w 496"/>
                  <a:gd name="T67" fmla="*/ 414 h 427"/>
                  <a:gd name="T68" fmla="*/ 138 w 496"/>
                  <a:gd name="T69" fmla="*/ 414 h 427"/>
                  <a:gd name="T70" fmla="*/ 110 w 496"/>
                  <a:gd name="T71" fmla="*/ 414 h 427"/>
                  <a:gd name="T72" fmla="*/ 96 w 496"/>
                  <a:gd name="T73" fmla="*/ 414 h 427"/>
                  <a:gd name="T74" fmla="*/ 69 w 496"/>
                  <a:gd name="T75" fmla="*/ 414 h 427"/>
                  <a:gd name="T76" fmla="*/ 55 w 496"/>
                  <a:gd name="T77" fmla="*/ 414 h 427"/>
                  <a:gd name="T78" fmla="*/ 41 w 496"/>
                  <a:gd name="T79" fmla="*/ 400 h 427"/>
                  <a:gd name="T80" fmla="*/ 27 w 496"/>
                  <a:gd name="T81" fmla="*/ 386 h 427"/>
                  <a:gd name="T82" fmla="*/ 27 w 496"/>
                  <a:gd name="T83" fmla="*/ 372 h 427"/>
                  <a:gd name="T84" fmla="*/ 13 w 496"/>
                  <a:gd name="T85" fmla="*/ 345 h 427"/>
                  <a:gd name="T86" fmla="*/ 0 w 496"/>
                  <a:gd name="T87" fmla="*/ 289 h 427"/>
                  <a:gd name="T88" fmla="*/ 0 w 496"/>
                  <a:gd name="T89" fmla="*/ 248 h 427"/>
                  <a:gd name="T90" fmla="*/ 0 w 496"/>
                  <a:gd name="T91" fmla="*/ 207 h 427"/>
                  <a:gd name="T92" fmla="*/ 0 w 496"/>
                  <a:gd name="T93" fmla="*/ 165 h 427"/>
                  <a:gd name="T94" fmla="*/ 0 w 496"/>
                  <a:gd name="T95" fmla="*/ 124 h 427"/>
                  <a:gd name="T96" fmla="*/ 13 w 496"/>
                  <a:gd name="T97" fmla="*/ 96 h 427"/>
                  <a:gd name="T98" fmla="*/ 13 w 496"/>
                  <a:gd name="T99" fmla="*/ 96 h 4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96"/>
                  <a:gd name="T151" fmla="*/ 0 h 427"/>
                  <a:gd name="T152" fmla="*/ 496 w 496"/>
                  <a:gd name="T153" fmla="*/ 427 h 427"/>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96" h="427">
                    <a:moveTo>
                      <a:pt x="13" y="96"/>
                    </a:moveTo>
                    <a:lnTo>
                      <a:pt x="13" y="82"/>
                    </a:lnTo>
                    <a:lnTo>
                      <a:pt x="41" y="41"/>
                    </a:lnTo>
                    <a:lnTo>
                      <a:pt x="69" y="27"/>
                    </a:lnTo>
                    <a:lnTo>
                      <a:pt x="96" y="27"/>
                    </a:lnTo>
                    <a:lnTo>
                      <a:pt x="110" y="27"/>
                    </a:lnTo>
                    <a:lnTo>
                      <a:pt x="138" y="27"/>
                    </a:lnTo>
                    <a:lnTo>
                      <a:pt x="179" y="41"/>
                    </a:lnTo>
                    <a:lnTo>
                      <a:pt x="220" y="41"/>
                    </a:lnTo>
                    <a:lnTo>
                      <a:pt x="248" y="41"/>
                    </a:lnTo>
                    <a:lnTo>
                      <a:pt x="275" y="27"/>
                    </a:lnTo>
                    <a:lnTo>
                      <a:pt x="289" y="13"/>
                    </a:lnTo>
                    <a:lnTo>
                      <a:pt x="317" y="0"/>
                    </a:lnTo>
                    <a:lnTo>
                      <a:pt x="344" y="0"/>
                    </a:lnTo>
                    <a:lnTo>
                      <a:pt x="372" y="0"/>
                    </a:lnTo>
                    <a:lnTo>
                      <a:pt x="400" y="13"/>
                    </a:lnTo>
                    <a:lnTo>
                      <a:pt x="413" y="27"/>
                    </a:lnTo>
                    <a:lnTo>
                      <a:pt x="427" y="41"/>
                    </a:lnTo>
                    <a:lnTo>
                      <a:pt x="455" y="82"/>
                    </a:lnTo>
                    <a:lnTo>
                      <a:pt x="482" y="138"/>
                    </a:lnTo>
                    <a:lnTo>
                      <a:pt x="482" y="220"/>
                    </a:lnTo>
                    <a:lnTo>
                      <a:pt x="496" y="262"/>
                    </a:lnTo>
                    <a:lnTo>
                      <a:pt x="482" y="303"/>
                    </a:lnTo>
                    <a:lnTo>
                      <a:pt x="469" y="372"/>
                    </a:lnTo>
                    <a:lnTo>
                      <a:pt x="441" y="414"/>
                    </a:lnTo>
                    <a:lnTo>
                      <a:pt x="413" y="427"/>
                    </a:lnTo>
                    <a:lnTo>
                      <a:pt x="372" y="427"/>
                    </a:lnTo>
                    <a:lnTo>
                      <a:pt x="344" y="414"/>
                    </a:lnTo>
                    <a:lnTo>
                      <a:pt x="303" y="400"/>
                    </a:lnTo>
                    <a:lnTo>
                      <a:pt x="275" y="400"/>
                    </a:lnTo>
                    <a:lnTo>
                      <a:pt x="248" y="400"/>
                    </a:lnTo>
                    <a:lnTo>
                      <a:pt x="207" y="400"/>
                    </a:lnTo>
                    <a:lnTo>
                      <a:pt x="179" y="400"/>
                    </a:lnTo>
                    <a:lnTo>
                      <a:pt x="165" y="414"/>
                    </a:lnTo>
                    <a:lnTo>
                      <a:pt x="138" y="414"/>
                    </a:lnTo>
                    <a:lnTo>
                      <a:pt x="110" y="414"/>
                    </a:lnTo>
                    <a:lnTo>
                      <a:pt x="96" y="414"/>
                    </a:lnTo>
                    <a:lnTo>
                      <a:pt x="69" y="414"/>
                    </a:lnTo>
                    <a:lnTo>
                      <a:pt x="55" y="414"/>
                    </a:lnTo>
                    <a:lnTo>
                      <a:pt x="41" y="400"/>
                    </a:lnTo>
                    <a:lnTo>
                      <a:pt x="27" y="386"/>
                    </a:lnTo>
                    <a:lnTo>
                      <a:pt x="27" y="372"/>
                    </a:lnTo>
                    <a:lnTo>
                      <a:pt x="13" y="345"/>
                    </a:lnTo>
                    <a:lnTo>
                      <a:pt x="0" y="289"/>
                    </a:lnTo>
                    <a:lnTo>
                      <a:pt x="0" y="248"/>
                    </a:lnTo>
                    <a:lnTo>
                      <a:pt x="0" y="207"/>
                    </a:lnTo>
                    <a:lnTo>
                      <a:pt x="0" y="165"/>
                    </a:lnTo>
                    <a:lnTo>
                      <a:pt x="0" y="124"/>
                    </a:lnTo>
                    <a:lnTo>
                      <a:pt x="13" y="96"/>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65" name="Freeform 23">
                <a:extLst>
                  <a:ext uri="{FF2B5EF4-FFF2-40B4-BE49-F238E27FC236}">
                    <a16:creationId xmlns:a16="http://schemas.microsoft.com/office/drawing/2014/main" id="{3247FEC9-FF5C-4C5D-8389-E5812A6BE8D8}"/>
                  </a:ext>
                </a:extLst>
              </p:cNvPr>
              <p:cNvSpPr>
                <a:spLocks/>
              </p:cNvSpPr>
              <p:nvPr/>
            </p:nvSpPr>
            <p:spPr bwMode="auto">
              <a:xfrm>
                <a:off x="787" y="1368"/>
                <a:ext cx="386" cy="331"/>
              </a:xfrm>
              <a:custGeom>
                <a:avLst/>
                <a:gdLst>
                  <a:gd name="T0" fmla="*/ 0 w 386"/>
                  <a:gd name="T1" fmla="*/ 83 h 331"/>
                  <a:gd name="T2" fmla="*/ 14 w 386"/>
                  <a:gd name="T3" fmla="*/ 55 h 331"/>
                  <a:gd name="T4" fmla="*/ 28 w 386"/>
                  <a:gd name="T5" fmla="*/ 27 h 331"/>
                  <a:gd name="T6" fmla="*/ 55 w 386"/>
                  <a:gd name="T7" fmla="*/ 27 h 331"/>
                  <a:gd name="T8" fmla="*/ 69 w 386"/>
                  <a:gd name="T9" fmla="*/ 27 h 331"/>
                  <a:gd name="T10" fmla="*/ 83 w 386"/>
                  <a:gd name="T11" fmla="*/ 27 h 331"/>
                  <a:gd name="T12" fmla="*/ 111 w 386"/>
                  <a:gd name="T13" fmla="*/ 27 h 331"/>
                  <a:gd name="T14" fmla="*/ 138 w 386"/>
                  <a:gd name="T15" fmla="*/ 27 h 331"/>
                  <a:gd name="T16" fmla="*/ 166 w 386"/>
                  <a:gd name="T17" fmla="*/ 27 h 331"/>
                  <a:gd name="T18" fmla="*/ 193 w 386"/>
                  <a:gd name="T19" fmla="*/ 27 h 331"/>
                  <a:gd name="T20" fmla="*/ 207 w 386"/>
                  <a:gd name="T21" fmla="*/ 14 h 331"/>
                  <a:gd name="T22" fmla="*/ 221 w 386"/>
                  <a:gd name="T23" fmla="*/ 0 h 331"/>
                  <a:gd name="T24" fmla="*/ 249 w 386"/>
                  <a:gd name="T25" fmla="*/ 0 h 331"/>
                  <a:gd name="T26" fmla="*/ 276 w 386"/>
                  <a:gd name="T27" fmla="*/ 0 h 331"/>
                  <a:gd name="T28" fmla="*/ 290 w 386"/>
                  <a:gd name="T29" fmla="*/ 0 h 331"/>
                  <a:gd name="T30" fmla="*/ 304 w 386"/>
                  <a:gd name="T31" fmla="*/ 14 h 331"/>
                  <a:gd name="T32" fmla="*/ 317 w 386"/>
                  <a:gd name="T33" fmla="*/ 14 h 331"/>
                  <a:gd name="T34" fmla="*/ 331 w 386"/>
                  <a:gd name="T35" fmla="*/ 27 h 331"/>
                  <a:gd name="T36" fmla="*/ 359 w 386"/>
                  <a:gd name="T37" fmla="*/ 55 h 331"/>
                  <a:gd name="T38" fmla="*/ 373 w 386"/>
                  <a:gd name="T39" fmla="*/ 110 h 331"/>
                  <a:gd name="T40" fmla="*/ 386 w 386"/>
                  <a:gd name="T41" fmla="*/ 165 h 331"/>
                  <a:gd name="T42" fmla="*/ 386 w 386"/>
                  <a:gd name="T43" fmla="*/ 207 h 331"/>
                  <a:gd name="T44" fmla="*/ 373 w 386"/>
                  <a:gd name="T45" fmla="*/ 234 h 331"/>
                  <a:gd name="T46" fmla="*/ 373 w 386"/>
                  <a:gd name="T47" fmla="*/ 289 h 331"/>
                  <a:gd name="T48" fmla="*/ 345 w 386"/>
                  <a:gd name="T49" fmla="*/ 317 h 331"/>
                  <a:gd name="T50" fmla="*/ 317 w 386"/>
                  <a:gd name="T51" fmla="*/ 331 h 331"/>
                  <a:gd name="T52" fmla="*/ 290 w 386"/>
                  <a:gd name="T53" fmla="*/ 331 h 331"/>
                  <a:gd name="T54" fmla="*/ 262 w 386"/>
                  <a:gd name="T55" fmla="*/ 317 h 331"/>
                  <a:gd name="T56" fmla="*/ 235 w 386"/>
                  <a:gd name="T57" fmla="*/ 317 h 331"/>
                  <a:gd name="T58" fmla="*/ 207 w 386"/>
                  <a:gd name="T59" fmla="*/ 303 h 331"/>
                  <a:gd name="T60" fmla="*/ 193 w 386"/>
                  <a:gd name="T61" fmla="*/ 303 h 331"/>
                  <a:gd name="T62" fmla="*/ 166 w 386"/>
                  <a:gd name="T63" fmla="*/ 303 h 331"/>
                  <a:gd name="T64" fmla="*/ 138 w 386"/>
                  <a:gd name="T65" fmla="*/ 317 h 331"/>
                  <a:gd name="T66" fmla="*/ 124 w 386"/>
                  <a:gd name="T67" fmla="*/ 317 h 331"/>
                  <a:gd name="T68" fmla="*/ 111 w 386"/>
                  <a:gd name="T69" fmla="*/ 317 h 331"/>
                  <a:gd name="T70" fmla="*/ 83 w 386"/>
                  <a:gd name="T71" fmla="*/ 317 h 331"/>
                  <a:gd name="T72" fmla="*/ 69 w 386"/>
                  <a:gd name="T73" fmla="*/ 331 h 331"/>
                  <a:gd name="T74" fmla="*/ 55 w 386"/>
                  <a:gd name="T75" fmla="*/ 317 h 331"/>
                  <a:gd name="T76" fmla="*/ 42 w 386"/>
                  <a:gd name="T77" fmla="*/ 317 h 331"/>
                  <a:gd name="T78" fmla="*/ 28 w 386"/>
                  <a:gd name="T79" fmla="*/ 303 h 331"/>
                  <a:gd name="T80" fmla="*/ 28 w 386"/>
                  <a:gd name="T81" fmla="*/ 303 h 331"/>
                  <a:gd name="T82" fmla="*/ 14 w 386"/>
                  <a:gd name="T83" fmla="*/ 289 h 331"/>
                  <a:gd name="T84" fmla="*/ 14 w 386"/>
                  <a:gd name="T85" fmla="*/ 262 h 331"/>
                  <a:gd name="T86" fmla="*/ 0 w 386"/>
                  <a:gd name="T87" fmla="*/ 220 h 331"/>
                  <a:gd name="T88" fmla="*/ 0 w 386"/>
                  <a:gd name="T89" fmla="*/ 193 h 331"/>
                  <a:gd name="T90" fmla="*/ 0 w 386"/>
                  <a:gd name="T91" fmla="*/ 165 h 331"/>
                  <a:gd name="T92" fmla="*/ 0 w 386"/>
                  <a:gd name="T93" fmla="*/ 124 h 331"/>
                  <a:gd name="T94" fmla="*/ 0 w 386"/>
                  <a:gd name="T95" fmla="*/ 96 h 331"/>
                  <a:gd name="T96" fmla="*/ 0 w 386"/>
                  <a:gd name="T97" fmla="*/ 83 h 331"/>
                  <a:gd name="T98" fmla="*/ 0 w 386"/>
                  <a:gd name="T99" fmla="*/ 83 h 33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86"/>
                  <a:gd name="T151" fmla="*/ 0 h 331"/>
                  <a:gd name="T152" fmla="*/ 386 w 386"/>
                  <a:gd name="T153" fmla="*/ 331 h 33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86" h="331">
                    <a:moveTo>
                      <a:pt x="0" y="83"/>
                    </a:moveTo>
                    <a:lnTo>
                      <a:pt x="14" y="55"/>
                    </a:lnTo>
                    <a:lnTo>
                      <a:pt x="28" y="27"/>
                    </a:lnTo>
                    <a:lnTo>
                      <a:pt x="55" y="27"/>
                    </a:lnTo>
                    <a:lnTo>
                      <a:pt x="69" y="27"/>
                    </a:lnTo>
                    <a:lnTo>
                      <a:pt x="83" y="27"/>
                    </a:lnTo>
                    <a:lnTo>
                      <a:pt x="111" y="27"/>
                    </a:lnTo>
                    <a:lnTo>
                      <a:pt x="138" y="27"/>
                    </a:lnTo>
                    <a:lnTo>
                      <a:pt x="166" y="27"/>
                    </a:lnTo>
                    <a:lnTo>
                      <a:pt x="193" y="27"/>
                    </a:lnTo>
                    <a:lnTo>
                      <a:pt x="207" y="14"/>
                    </a:lnTo>
                    <a:lnTo>
                      <a:pt x="221" y="0"/>
                    </a:lnTo>
                    <a:lnTo>
                      <a:pt x="249" y="0"/>
                    </a:lnTo>
                    <a:lnTo>
                      <a:pt x="276" y="0"/>
                    </a:lnTo>
                    <a:lnTo>
                      <a:pt x="290" y="0"/>
                    </a:lnTo>
                    <a:lnTo>
                      <a:pt x="304" y="14"/>
                    </a:lnTo>
                    <a:lnTo>
                      <a:pt x="317" y="14"/>
                    </a:lnTo>
                    <a:lnTo>
                      <a:pt x="331" y="27"/>
                    </a:lnTo>
                    <a:lnTo>
                      <a:pt x="359" y="55"/>
                    </a:lnTo>
                    <a:lnTo>
                      <a:pt x="373" y="110"/>
                    </a:lnTo>
                    <a:lnTo>
                      <a:pt x="386" y="165"/>
                    </a:lnTo>
                    <a:lnTo>
                      <a:pt x="386" y="207"/>
                    </a:lnTo>
                    <a:lnTo>
                      <a:pt x="373" y="234"/>
                    </a:lnTo>
                    <a:lnTo>
                      <a:pt x="373" y="289"/>
                    </a:lnTo>
                    <a:lnTo>
                      <a:pt x="345" y="317"/>
                    </a:lnTo>
                    <a:lnTo>
                      <a:pt x="317" y="331"/>
                    </a:lnTo>
                    <a:lnTo>
                      <a:pt x="290" y="331"/>
                    </a:lnTo>
                    <a:lnTo>
                      <a:pt x="262" y="317"/>
                    </a:lnTo>
                    <a:lnTo>
                      <a:pt x="235" y="317"/>
                    </a:lnTo>
                    <a:lnTo>
                      <a:pt x="207" y="303"/>
                    </a:lnTo>
                    <a:lnTo>
                      <a:pt x="193" y="303"/>
                    </a:lnTo>
                    <a:lnTo>
                      <a:pt x="166" y="303"/>
                    </a:lnTo>
                    <a:lnTo>
                      <a:pt x="138" y="317"/>
                    </a:lnTo>
                    <a:lnTo>
                      <a:pt x="124" y="317"/>
                    </a:lnTo>
                    <a:lnTo>
                      <a:pt x="111" y="317"/>
                    </a:lnTo>
                    <a:lnTo>
                      <a:pt x="83" y="317"/>
                    </a:lnTo>
                    <a:lnTo>
                      <a:pt x="69" y="331"/>
                    </a:lnTo>
                    <a:lnTo>
                      <a:pt x="55" y="317"/>
                    </a:lnTo>
                    <a:lnTo>
                      <a:pt x="42" y="317"/>
                    </a:lnTo>
                    <a:lnTo>
                      <a:pt x="28" y="303"/>
                    </a:lnTo>
                    <a:lnTo>
                      <a:pt x="14" y="289"/>
                    </a:lnTo>
                    <a:lnTo>
                      <a:pt x="14" y="262"/>
                    </a:lnTo>
                    <a:lnTo>
                      <a:pt x="0" y="220"/>
                    </a:lnTo>
                    <a:lnTo>
                      <a:pt x="0" y="193"/>
                    </a:lnTo>
                    <a:lnTo>
                      <a:pt x="0" y="165"/>
                    </a:lnTo>
                    <a:lnTo>
                      <a:pt x="0" y="124"/>
                    </a:lnTo>
                    <a:lnTo>
                      <a:pt x="0" y="96"/>
                    </a:lnTo>
                    <a:lnTo>
                      <a:pt x="0" y="83"/>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66" name="Rectangle 24">
                <a:extLst>
                  <a:ext uri="{FF2B5EF4-FFF2-40B4-BE49-F238E27FC236}">
                    <a16:creationId xmlns:a16="http://schemas.microsoft.com/office/drawing/2014/main" id="{09A244A4-9C56-40A4-8FFF-5FAAEFF539A7}"/>
                  </a:ext>
                </a:extLst>
              </p:cNvPr>
              <p:cNvSpPr>
                <a:spLocks noChangeArrowheads="1"/>
              </p:cNvSpPr>
              <p:nvPr/>
            </p:nvSpPr>
            <p:spPr bwMode="auto">
              <a:xfrm>
                <a:off x="899" y="1498"/>
                <a:ext cx="18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292">
                    <a:solidFill>
                      <a:srgbClr val="000000"/>
                    </a:solidFill>
                    <a:latin typeface="Arial" panose="020B0604020202020204" pitchFamily="34" charset="0"/>
                  </a:rPr>
                  <a:t>ISP</a:t>
                </a:r>
                <a:endParaRPr lang="en-GB" altLang="en-US" sz="2215">
                  <a:latin typeface="Times" panose="02020603050405020304" pitchFamily="18" charset="0"/>
                </a:endParaRPr>
              </a:p>
            </p:txBody>
          </p:sp>
          <p:sp>
            <p:nvSpPr>
              <p:cNvPr id="36167" name="Rectangle 25">
                <a:extLst>
                  <a:ext uri="{FF2B5EF4-FFF2-40B4-BE49-F238E27FC236}">
                    <a16:creationId xmlns:a16="http://schemas.microsoft.com/office/drawing/2014/main" id="{96F30272-C5F1-4BB4-8DDA-914838D2408D}"/>
                  </a:ext>
                </a:extLst>
              </p:cNvPr>
              <p:cNvSpPr>
                <a:spLocks noChangeArrowheads="1"/>
              </p:cNvSpPr>
              <p:nvPr/>
            </p:nvSpPr>
            <p:spPr bwMode="auto">
              <a:xfrm>
                <a:off x="1725" y="1533"/>
                <a:ext cx="28" cy="594"/>
              </a:xfrm>
              <a:prstGeom prst="rect">
                <a:avLst/>
              </a:prstGeom>
              <a:solidFill>
                <a:srgbClr val="FFD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68" name="Rectangle 26">
                <a:extLst>
                  <a:ext uri="{FF2B5EF4-FFF2-40B4-BE49-F238E27FC236}">
                    <a16:creationId xmlns:a16="http://schemas.microsoft.com/office/drawing/2014/main" id="{A172843D-81AE-4AE6-93C6-E4C0DE9ED748}"/>
                  </a:ext>
                </a:extLst>
              </p:cNvPr>
              <p:cNvSpPr>
                <a:spLocks noChangeArrowheads="1"/>
              </p:cNvSpPr>
              <p:nvPr/>
            </p:nvSpPr>
            <p:spPr bwMode="auto">
              <a:xfrm>
                <a:off x="1725" y="1533"/>
                <a:ext cx="42" cy="607"/>
              </a:xfrm>
              <a:prstGeom prst="rect">
                <a:avLst/>
              </a:prstGeom>
              <a:noFill/>
              <a:ln w="31750">
                <a:solidFill>
                  <a:srgbClr val="FFDC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69" name="Freeform 27">
                <a:extLst>
                  <a:ext uri="{FF2B5EF4-FFF2-40B4-BE49-F238E27FC236}">
                    <a16:creationId xmlns:a16="http://schemas.microsoft.com/office/drawing/2014/main" id="{73D04E5A-3DEE-41A9-A52C-4750E95C071F}"/>
                  </a:ext>
                </a:extLst>
              </p:cNvPr>
              <p:cNvSpPr>
                <a:spLocks/>
              </p:cNvSpPr>
              <p:nvPr/>
            </p:nvSpPr>
            <p:spPr bwMode="auto">
              <a:xfrm>
                <a:off x="3823" y="2458"/>
                <a:ext cx="1021" cy="496"/>
              </a:xfrm>
              <a:custGeom>
                <a:avLst/>
                <a:gdLst>
                  <a:gd name="T0" fmla="*/ 1021 w 1021"/>
                  <a:gd name="T1" fmla="*/ 469 h 496"/>
                  <a:gd name="T2" fmla="*/ 1007 w 1021"/>
                  <a:gd name="T3" fmla="*/ 496 h 496"/>
                  <a:gd name="T4" fmla="*/ 0 w 1021"/>
                  <a:gd name="T5" fmla="*/ 27 h 496"/>
                  <a:gd name="T6" fmla="*/ 13 w 1021"/>
                  <a:gd name="T7" fmla="*/ 0 h 496"/>
                  <a:gd name="T8" fmla="*/ 1021 w 1021"/>
                  <a:gd name="T9" fmla="*/ 469 h 496"/>
                  <a:gd name="T10" fmla="*/ 0 60000 65536"/>
                  <a:gd name="T11" fmla="*/ 0 60000 65536"/>
                  <a:gd name="T12" fmla="*/ 0 60000 65536"/>
                  <a:gd name="T13" fmla="*/ 0 60000 65536"/>
                  <a:gd name="T14" fmla="*/ 0 60000 65536"/>
                  <a:gd name="T15" fmla="*/ 0 w 1021"/>
                  <a:gd name="T16" fmla="*/ 0 h 496"/>
                  <a:gd name="T17" fmla="*/ 1021 w 1021"/>
                  <a:gd name="T18" fmla="*/ 496 h 496"/>
                </a:gdLst>
                <a:ahLst/>
                <a:cxnLst>
                  <a:cxn ang="T10">
                    <a:pos x="T0" y="T1"/>
                  </a:cxn>
                  <a:cxn ang="T11">
                    <a:pos x="T2" y="T3"/>
                  </a:cxn>
                  <a:cxn ang="T12">
                    <a:pos x="T4" y="T5"/>
                  </a:cxn>
                  <a:cxn ang="T13">
                    <a:pos x="T6" y="T7"/>
                  </a:cxn>
                  <a:cxn ang="T14">
                    <a:pos x="T8" y="T9"/>
                  </a:cxn>
                </a:cxnLst>
                <a:rect l="T15" t="T16" r="T17" b="T18"/>
                <a:pathLst>
                  <a:path w="1021" h="496">
                    <a:moveTo>
                      <a:pt x="1021" y="469"/>
                    </a:moveTo>
                    <a:lnTo>
                      <a:pt x="1007" y="496"/>
                    </a:lnTo>
                    <a:lnTo>
                      <a:pt x="0" y="27"/>
                    </a:lnTo>
                    <a:lnTo>
                      <a:pt x="13" y="0"/>
                    </a:lnTo>
                    <a:lnTo>
                      <a:pt x="1021" y="469"/>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70" name="Freeform 28">
                <a:extLst>
                  <a:ext uri="{FF2B5EF4-FFF2-40B4-BE49-F238E27FC236}">
                    <a16:creationId xmlns:a16="http://schemas.microsoft.com/office/drawing/2014/main" id="{284476EA-81F9-448B-964E-73A664A3A243}"/>
                  </a:ext>
                </a:extLst>
              </p:cNvPr>
              <p:cNvSpPr>
                <a:spLocks/>
              </p:cNvSpPr>
              <p:nvPr/>
            </p:nvSpPr>
            <p:spPr bwMode="auto">
              <a:xfrm>
                <a:off x="4250" y="2044"/>
                <a:ext cx="663" cy="317"/>
              </a:xfrm>
              <a:custGeom>
                <a:avLst/>
                <a:gdLst>
                  <a:gd name="T0" fmla="*/ 663 w 663"/>
                  <a:gd name="T1" fmla="*/ 290 h 317"/>
                  <a:gd name="T2" fmla="*/ 649 w 663"/>
                  <a:gd name="T3" fmla="*/ 317 h 317"/>
                  <a:gd name="T4" fmla="*/ 0 w 663"/>
                  <a:gd name="T5" fmla="*/ 27 h 317"/>
                  <a:gd name="T6" fmla="*/ 28 w 663"/>
                  <a:gd name="T7" fmla="*/ 0 h 317"/>
                  <a:gd name="T8" fmla="*/ 663 w 663"/>
                  <a:gd name="T9" fmla="*/ 290 h 317"/>
                  <a:gd name="T10" fmla="*/ 0 60000 65536"/>
                  <a:gd name="T11" fmla="*/ 0 60000 65536"/>
                  <a:gd name="T12" fmla="*/ 0 60000 65536"/>
                  <a:gd name="T13" fmla="*/ 0 60000 65536"/>
                  <a:gd name="T14" fmla="*/ 0 60000 65536"/>
                  <a:gd name="T15" fmla="*/ 0 w 663"/>
                  <a:gd name="T16" fmla="*/ 0 h 317"/>
                  <a:gd name="T17" fmla="*/ 663 w 663"/>
                  <a:gd name="T18" fmla="*/ 317 h 317"/>
                </a:gdLst>
                <a:ahLst/>
                <a:cxnLst>
                  <a:cxn ang="T10">
                    <a:pos x="T0" y="T1"/>
                  </a:cxn>
                  <a:cxn ang="T11">
                    <a:pos x="T2" y="T3"/>
                  </a:cxn>
                  <a:cxn ang="T12">
                    <a:pos x="T4" y="T5"/>
                  </a:cxn>
                  <a:cxn ang="T13">
                    <a:pos x="T6" y="T7"/>
                  </a:cxn>
                  <a:cxn ang="T14">
                    <a:pos x="T8" y="T9"/>
                  </a:cxn>
                </a:cxnLst>
                <a:rect l="T15" t="T16" r="T17" b="T18"/>
                <a:pathLst>
                  <a:path w="663" h="317">
                    <a:moveTo>
                      <a:pt x="663" y="290"/>
                    </a:moveTo>
                    <a:lnTo>
                      <a:pt x="649" y="317"/>
                    </a:lnTo>
                    <a:lnTo>
                      <a:pt x="0" y="27"/>
                    </a:lnTo>
                    <a:lnTo>
                      <a:pt x="28" y="0"/>
                    </a:lnTo>
                    <a:lnTo>
                      <a:pt x="663" y="290"/>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71" name="Freeform 29">
                <a:extLst>
                  <a:ext uri="{FF2B5EF4-FFF2-40B4-BE49-F238E27FC236}">
                    <a16:creationId xmlns:a16="http://schemas.microsoft.com/office/drawing/2014/main" id="{2F4D1B07-9239-4077-9C3E-CA22DBA9E09C}"/>
                  </a:ext>
                </a:extLst>
              </p:cNvPr>
              <p:cNvSpPr>
                <a:spLocks/>
              </p:cNvSpPr>
              <p:nvPr/>
            </p:nvSpPr>
            <p:spPr bwMode="auto">
              <a:xfrm>
                <a:off x="1891" y="2223"/>
                <a:ext cx="497" cy="262"/>
              </a:xfrm>
              <a:custGeom>
                <a:avLst/>
                <a:gdLst>
                  <a:gd name="T0" fmla="*/ 497 w 497"/>
                  <a:gd name="T1" fmla="*/ 235 h 262"/>
                  <a:gd name="T2" fmla="*/ 483 w 497"/>
                  <a:gd name="T3" fmla="*/ 262 h 262"/>
                  <a:gd name="T4" fmla="*/ 0 w 497"/>
                  <a:gd name="T5" fmla="*/ 28 h 262"/>
                  <a:gd name="T6" fmla="*/ 14 w 497"/>
                  <a:gd name="T7" fmla="*/ 0 h 262"/>
                  <a:gd name="T8" fmla="*/ 497 w 497"/>
                  <a:gd name="T9" fmla="*/ 235 h 262"/>
                  <a:gd name="T10" fmla="*/ 0 60000 65536"/>
                  <a:gd name="T11" fmla="*/ 0 60000 65536"/>
                  <a:gd name="T12" fmla="*/ 0 60000 65536"/>
                  <a:gd name="T13" fmla="*/ 0 60000 65536"/>
                  <a:gd name="T14" fmla="*/ 0 60000 65536"/>
                  <a:gd name="T15" fmla="*/ 0 w 497"/>
                  <a:gd name="T16" fmla="*/ 0 h 262"/>
                  <a:gd name="T17" fmla="*/ 497 w 497"/>
                  <a:gd name="T18" fmla="*/ 262 h 262"/>
                </a:gdLst>
                <a:ahLst/>
                <a:cxnLst>
                  <a:cxn ang="T10">
                    <a:pos x="T0" y="T1"/>
                  </a:cxn>
                  <a:cxn ang="T11">
                    <a:pos x="T2" y="T3"/>
                  </a:cxn>
                  <a:cxn ang="T12">
                    <a:pos x="T4" y="T5"/>
                  </a:cxn>
                  <a:cxn ang="T13">
                    <a:pos x="T6" y="T7"/>
                  </a:cxn>
                  <a:cxn ang="T14">
                    <a:pos x="T8" y="T9"/>
                  </a:cxn>
                </a:cxnLst>
                <a:rect l="T15" t="T16" r="T17" b="T18"/>
                <a:pathLst>
                  <a:path w="497" h="262">
                    <a:moveTo>
                      <a:pt x="497" y="235"/>
                    </a:moveTo>
                    <a:lnTo>
                      <a:pt x="483" y="262"/>
                    </a:lnTo>
                    <a:lnTo>
                      <a:pt x="0" y="28"/>
                    </a:lnTo>
                    <a:lnTo>
                      <a:pt x="14" y="0"/>
                    </a:lnTo>
                    <a:lnTo>
                      <a:pt x="497" y="235"/>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72" name="Freeform 30">
                <a:extLst>
                  <a:ext uri="{FF2B5EF4-FFF2-40B4-BE49-F238E27FC236}">
                    <a16:creationId xmlns:a16="http://schemas.microsoft.com/office/drawing/2014/main" id="{5491185B-03D4-4734-BF2C-BF58EA6471B9}"/>
                  </a:ext>
                </a:extLst>
              </p:cNvPr>
              <p:cNvSpPr>
                <a:spLocks/>
              </p:cNvSpPr>
              <p:nvPr/>
            </p:nvSpPr>
            <p:spPr bwMode="auto">
              <a:xfrm>
                <a:off x="1118" y="1533"/>
                <a:ext cx="621" cy="318"/>
              </a:xfrm>
              <a:custGeom>
                <a:avLst/>
                <a:gdLst>
                  <a:gd name="T0" fmla="*/ 621 w 621"/>
                  <a:gd name="T1" fmla="*/ 290 h 318"/>
                  <a:gd name="T2" fmla="*/ 621 w 621"/>
                  <a:gd name="T3" fmla="*/ 318 h 318"/>
                  <a:gd name="T4" fmla="*/ 0 w 621"/>
                  <a:gd name="T5" fmla="*/ 28 h 318"/>
                  <a:gd name="T6" fmla="*/ 14 w 621"/>
                  <a:gd name="T7" fmla="*/ 0 h 318"/>
                  <a:gd name="T8" fmla="*/ 621 w 621"/>
                  <a:gd name="T9" fmla="*/ 290 h 318"/>
                  <a:gd name="T10" fmla="*/ 0 60000 65536"/>
                  <a:gd name="T11" fmla="*/ 0 60000 65536"/>
                  <a:gd name="T12" fmla="*/ 0 60000 65536"/>
                  <a:gd name="T13" fmla="*/ 0 60000 65536"/>
                  <a:gd name="T14" fmla="*/ 0 60000 65536"/>
                  <a:gd name="T15" fmla="*/ 0 w 621"/>
                  <a:gd name="T16" fmla="*/ 0 h 318"/>
                  <a:gd name="T17" fmla="*/ 621 w 621"/>
                  <a:gd name="T18" fmla="*/ 318 h 318"/>
                </a:gdLst>
                <a:ahLst/>
                <a:cxnLst>
                  <a:cxn ang="T10">
                    <a:pos x="T0" y="T1"/>
                  </a:cxn>
                  <a:cxn ang="T11">
                    <a:pos x="T2" y="T3"/>
                  </a:cxn>
                  <a:cxn ang="T12">
                    <a:pos x="T4" y="T5"/>
                  </a:cxn>
                  <a:cxn ang="T13">
                    <a:pos x="T6" y="T7"/>
                  </a:cxn>
                  <a:cxn ang="T14">
                    <a:pos x="T8" y="T9"/>
                  </a:cxn>
                </a:cxnLst>
                <a:rect l="T15" t="T16" r="T17" b="T18"/>
                <a:pathLst>
                  <a:path w="621" h="318">
                    <a:moveTo>
                      <a:pt x="621" y="290"/>
                    </a:moveTo>
                    <a:lnTo>
                      <a:pt x="621" y="318"/>
                    </a:lnTo>
                    <a:lnTo>
                      <a:pt x="0" y="28"/>
                    </a:lnTo>
                    <a:lnTo>
                      <a:pt x="14" y="0"/>
                    </a:lnTo>
                    <a:lnTo>
                      <a:pt x="621" y="290"/>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73" name="Freeform 31">
                <a:extLst>
                  <a:ext uri="{FF2B5EF4-FFF2-40B4-BE49-F238E27FC236}">
                    <a16:creationId xmlns:a16="http://schemas.microsoft.com/office/drawing/2014/main" id="{DBD043CE-59C5-4E5E-90D3-3F5D7BDA1E8D}"/>
                  </a:ext>
                </a:extLst>
              </p:cNvPr>
              <p:cNvSpPr>
                <a:spLocks/>
              </p:cNvSpPr>
              <p:nvPr/>
            </p:nvSpPr>
            <p:spPr bwMode="auto">
              <a:xfrm>
                <a:off x="4306" y="1271"/>
                <a:ext cx="248" cy="593"/>
              </a:xfrm>
              <a:custGeom>
                <a:avLst/>
                <a:gdLst>
                  <a:gd name="T0" fmla="*/ 248 w 248"/>
                  <a:gd name="T1" fmla="*/ 580 h 593"/>
                  <a:gd name="T2" fmla="*/ 220 w 248"/>
                  <a:gd name="T3" fmla="*/ 593 h 593"/>
                  <a:gd name="T4" fmla="*/ 0 w 248"/>
                  <a:gd name="T5" fmla="*/ 14 h 593"/>
                  <a:gd name="T6" fmla="*/ 27 w 248"/>
                  <a:gd name="T7" fmla="*/ 0 h 593"/>
                  <a:gd name="T8" fmla="*/ 248 w 248"/>
                  <a:gd name="T9" fmla="*/ 580 h 593"/>
                  <a:gd name="T10" fmla="*/ 0 60000 65536"/>
                  <a:gd name="T11" fmla="*/ 0 60000 65536"/>
                  <a:gd name="T12" fmla="*/ 0 60000 65536"/>
                  <a:gd name="T13" fmla="*/ 0 60000 65536"/>
                  <a:gd name="T14" fmla="*/ 0 60000 65536"/>
                  <a:gd name="T15" fmla="*/ 0 w 248"/>
                  <a:gd name="T16" fmla="*/ 0 h 593"/>
                  <a:gd name="T17" fmla="*/ 248 w 248"/>
                  <a:gd name="T18" fmla="*/ 593 h 593"/>
                </a:gdLst>
                <a:ahLst/>
                <a:cxnLst>
                  <a:cxn ang="T10">
                    <a:pos x="T0" y="T1"/>
                  </a:cxn>
                  <a:cxn ang="T11">
                    <a:pos x="T2" y="T3"/>
                  </a:cxn>
                  <a:cxn ang="T12">
                    <a:pos x="T4" y="T5"/>
                  </a:cxn>
                  <a:cxn ang="T13">
                    <a:pos x="T6" y="T7"/>
                  </a:cxn>
                  <a:cxn ang="T14">
                    <a:pos x="T8" y="T9"/>
                  </a:cxn>
                </a:cxnLst>
                <a:rect l="T15" t="T16" r="T17" b="T18"/>
                <a:pathLst>
                  <a:path w="248" h="593">
                    <a:moveTo>
                      <a:pt x="248" y="580"/>
                    </a:moveTo>
                    <a:lnTo>
                      <a:pt x="220" y="593"/>
                    </a:lnTo>
                    <a:lnTo>
                      <a:pt x="0" y="14"/>
                    </a:lnTo>
                    <a:lnTo>
                      <a:pt x="27" y="0"/>
                    </a:lnTo>
                    <a:lnTo>
                      <a:pt x="248" y="580"/>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74" name="Rectangle 32">
                <a:extLst>
                  <a:ext uri="{FF2B5EF4-FFF2-40B4-BE49-F238E27FC236}">
                    <a16:creationId xmlns:a16="http://schemas.microsoft.com/office/drawing/2014/main" id="{EEC4186B-6F74-4D2D-8FFF-6E1B4C744348}"/>
                  </a:ext>
                </a:extLst>
              </p:cNvPr>
              <p:cNvSpPr>
                <a:spLocks noChangeArrowheads="1"/>
              </p:cNvSpPr>
              <p:nvPr/>
            </p:nvSpPr>
            <p:spPr bwMode="auto">
              <a:xfrm>
                <a:off x="1122" y="3071"/>
                <a:ext cx="101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292">
                    <a:solidFill>
                      <a:srgbClr val="000000"/>
                    </a:solidFill>
                    <a:latin typeface="Arial" panose="020B0604020202020204" pitchFamily="34" charset="0"/>
                  </a:rPr>
                  <a:t>desktop computer:</a:t>
                </a:r>
                <a:endParaRPr lang="en-GB" altLang="en-US" sz="2215">
                  <a:latin typeface="Times" panose="02020603050405020304" pitchFamily="18" charset="0"/>
                </a:endParaRPr>
              </a:p>
            </p:txBody>
          </p:sp>
          <p:sp>
            <p:nvSpPr>
              <p:cNvPr id="36175" name="Freeform 33">
                <a:extLst>
                  <a:ext uri="{FF2B5EF4-FFF2-40B4-BE49-F238E27FC236}">
                    <a16:creationId xmlns:a16="http://schemas.microsoft.com/office/drawing/2014/main" id="{7475D12D-9270-4BCB-901E-C72E73DCA221}"/>
                  </a:ext>
                </a:extLst>
              </p:cNvPr>
              <p:cNvSpPr>
                <a:spLocks/>
              </p:cNvSpPr>
              <p:nvPr/>
            </p:nvSpPr>
            <p:spPr bwMode="auto">
              <a:xfrm>
                <a:off x="553" y="1782"/>
                <a:ext cx="41" cy="69"/>
              </a:xfrm>
              <a:custGeom>
                <a:avLst/>
                <a:gdLst>
                  <a:gd name="T0" fmla="*/ 0 w 41"/>
                  <a:gd name="T1" fmla="*/ 0 h 69"/>
                  <a:gd name="T2" fmla="*/ 41 w 41"/>
                  <a:gd name="T3" fmla="*/ 13 h 69"/>
                  <a:gd name="T4" fmla="*/ 41 w 41"/>
                  <a:gd name="T5" fmla="*/ 69 h 69"/>
                  <a:gd name="T6" fmla="*/ 0 60000 65536"/>
                  <a:gd name="T7" fmla="*/ 0 60000 65536"/>
                  <a:gd name="T8" fmla="*/ 0 60000 65536"/>
                  <a:gd name="T9" fmla="*/ 0 w 41"/>
                  <a:gd name="T10" fmla="*/ 0 h 69"/>
                  <a:gd name="T11" fmla="*/ 41 w 41"/>
                  <a:gd name="T12" fmla="*/ 69 h 69"/>
                </a:gdLst>
                <a:ahLst/>
                <a:cxnLst>
                  <a:cxn ang="T6">
                    <a:pos x="T0" y="T1"/>
                  </a:cxn>
                  <a:cxn ang="T7">
                    <a:pos x="T2" y="T3"/>
                  </a:cxn>
                  <a:cxn ang="T8">
                    <a:pos x="T4" y="T5"/>
                  </a:cxn>
                </a:cxnLst>
                <a:rect l="T9" t="T10" r="T11" b="T12"/>
                <a:pathLst>
                  <a:path w="41" h="69">
                    <a:moveTo>
                      <a:pt x="0" y="0"/>
                    </a:moveTo>
                    <a:lnTo>
                      <a:pt x="41" y="13"/>
                    </a:lnTo>
                    <a:lnTo>
                      <a:pt x="41"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76" name="AutoShape 34">
                <a:extLst>
                  <a:ext uri="{FF2B5EF4-FFF2-40B4-BE49-F238E27FC236}">
                    <a16:creationId xmlns:a16="http://schemas.microsoft.com/office/drawing/2014/main" id="{C21D0FEB-10B9-4B49-85B7-D8225B173A91}"/>
                  </a:ext>
                </a:extLst>
              </p:cNvPr>
              <p:cNvSpPr>
                <a:spLocks noChangeArrowheads="1"/>
              </p:cNvSpPr>
              <p:nvPr/>
            </p:nvSpPr>
            <p:spPr bwMode="auto">
              <a:xfrm>
                <a:off x="456" y="1685"/>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77" name="AutoShape 35">
                <a:extLst>
                  <a:ext uri="{FF2B5EF4-FFF2-40B4-BE49-F238E27FC236}">
                    <a16:creationId xmlns:a16="http://schemas.microsoft.com/office/drawing/2014/main" id="{86E18893-111A-4AC9-8DB1-FF4C8A3B50F2}"/>
                  </a:ext>
                </a:extLst>
              </p:cNvPr>
              <p:cNvSpPr>
                <a:spLocks noChangeArrowheads="1"/>
              </p:cNvSpPr>
              <p:nvPr/>
            </p:nvSpPr>
            <p:spPr bwMode="auto">
              <a:xfrm>
                <a:off x="442" y="1671"/>
                <a:ext cx="138" cy="111"/>
              </a:xfrm>
              <a:prstGeom prst="roundRect">
                <a:avLst>
                  <a:gd name="adj" fmla="val 40088"/>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78" name="Rectangle 36">
                <a:extLst>
                  <a:ext uri="{FF2B5EF4-FFF2-40B4-BE49-F238E27FC236}">
                    <a16:creationId xmlns:a16="http://schemas.microsoft.com/office/drawing/2014/main" id="{1F271529-62A2-4216-B031-BD22A6CCC47E}"/>
                  </a:ext>
                </a:extLst>
              </p:cNvPr>
              <p:cNvSpPr>
                <a:spLocks noChangeArrowheads="1"/>
              </p:cNvSpPr>
              <p:nvPr/>
            </p:nvSpPr>
            <p:spPr bwMode="auto">
              <a:xfrm>
                <a:off x="470" y="1713"/>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79" name="Rectangle 37">
                <a:extLst>
                  <a:ext uri="{FF2B5EF4-FFF2-40B4-BE49-F238E27FC236}">
                    <a16:creationId xmlns:a16="http://schemas.microsoft.com/office/drawing/2014/main" id="{8FD17007-C13A-4A94-B485-F91D24493E20}"/>
                  </a:ext>
                </a:extLst>
              </p:cNvPr>
              <p:cNvSpPr>
                <a:spLocks noChangeArrowheads="1"/>
              </p:cNvSpPr>
              <p:nvPr/>
            </p:nvSpPr>
            <p:spPr bwMode="auto">
              <a:xfrm>
                <a:off x="470" y="1713"/>
                <a:ext cx="9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80" name="Freeform 38">
                <a:extLst>
                  <a:ext uri="{FF2B5EF4-FFF2-40B4-BE49-F238E27FC236}">
                    <a16:creationId xmlns:a16="http://schemas.microsoft.com/office/drawing/2014/main" id="{2B30361C-7621-456A-BDA7-11361872BA89}"/>
                  </a:ext>
                </a:extLst>
              </p:cNvPr>
              <p:cNvSpPr>
                <a:spLocks/>
              </p:cNvSpPr>
              <p:nvPr/>
            </p:nvSpPr>
            <p:spPr bwMode="auto">
              <a:xfrm>
                <a:off x="580" y="1837"/>
                <a:ext cx="28" cy="27"/>
              </a:xfrm>
              <a:custGeom>
                <a:avLst/>
                <a:gdLst>
                  <a:gd name="T0" fmla="*/ 14 w 28"/>
                  <a:gd name="T1" fmla="*/ 0 h 27"/>
                  <a:gd name="T2" fmla="*/ 14 w 28"/>
                  <a:gd name="T3" fmla="*/ 0 h 27"/>
                  <a:gd name="T4" fmla="*/ 28 w 28"/>
                  <a:gd name="T5" fmla="*/ 14 h 27"/>
                  <a:gd name="T6" fmla="*/ 28 w 28"/>
                  <a:gd name="T7" fmla="*/ 27 h 27"/>
                  <a:gd name="T8" fmla="*/ 14 w 28"/>
                  <a:gd name="T9" fmla="*/ 27 h 27"/>
                  <a:gd name="T10" fmla="*/ 14 w 28"/>
                  <a:gd name="T11" fmla="*/ 27 h 27"/>
                  <a:gd name="T12" fmla="*/ 0 w 28"/>
                  <a:gd name="T13" fmla="*/ 27 h 27"/>
                  <a:gd name="T14" fmla="*/ 0 w 28"/>
                  <a:gd name="T15" fmla="*/ 14 h 27"/>
                  <a:gd name="T16" fmla="*/ 0 w 28"/>
                  <a:gd name="T17" fmla="*/ 0 h 27"/>
                  <a:gd name="T18" fmla="*/ 14 w 28"/>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7"/>
                  <a:gd name="T32" fmla="*/ 28 w 28"/>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7">
                    <a:moveTo>
                      <a:pt x="14" y="0"/>
                    </a:moveTo>
                    <a:lnTo>
                      <a:pt x="14" y="0"/>
                    </a:lnTo>
                    <a:lnTo>
                      <a:pt x="28" y="14"/>
                    </a:lnTo>
                    <a:lnTo>
                      <a:pt x="28" y="27"/>
                    </a:lnTo>
                    <a:lnTo>
                      <a:pt x="14" y="27"/>
                    </a:lnTo>
                    <a:lnTo>
                      <a:pt x="0" y="27"/>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2215"/>
              </a:p>
            </p:txBody>
          </p:sp>
          <p:pic>
            <p:nvPicPr>
              <p:cNvPr id="36181" name="Picture 39">
                <a:extLst>
                  <a:ext uri="{FF2B5EF4-FFF2-40B4-BE49-F238E27FC236}">
                    <a16:creationId xmlns:a16="http://schemas.microsoft.com/office/drawing/2014/main" id="{EE00CD3F-B754-4559-9DEF-ED27217197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 y="1713"/>
                <a:ext cx="83" cy="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182" name="Freeform 40">
                <a:extLst>
                  <a:ext uri="{FF2B5EF4-FFF2-40B4-BE49-F238E27FC236}">
                    <a16:creationId xmlns:a16="http://schemas.microsoft.com/office/drawing/2014/main" id="{5FD4D3EE-4DE4-49A2-85CA-549B5FE86BFA}"/>
                  </a:ext>
                </a:extLst>
              </p:cNvPr>
              <p:cNvSpPr>
                <a:spLocks/>
              </p:cNvSpPr>
              <p:nvPr/>
            </p:nvSpPr>
            <p:spPr bwMode="auto">
              <a:xfrm>
                <a:off x="594" y="1851"/>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83" name="Line 41">
                <a:extLst>
                  <a:ext uri="{FF2B5EF4-FFF2-40B4-BE49-F238E27FC236}">
                    <a16:creationId xmlns:a16="http://schemas.microsoft.com/office/drawing/2014/main" id="{5BA28BC5-FAB3-472C-B5F7-804A0F024A09}"/>
                  </a:ext>
                </a:extLst>
              </p:cNvPr>
              <p:cNvSpPr>
                <a:spLocks noChangeShapeType="1"/>
              </p:cNvSpPr>
              <p:nvPr/>
            </p:nvSpPr>
            <p:spPr bwMode="auto">
              <a:xfrm>
                <a:off x="608" y="1851"/>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84" name="Rectangle 42">
                <a:extLst>
                  <a:ext uri="{FF2B5EF4-FFF2-40B4-BE49-F238E27FC236}">
                    <a16:creationId xmlns:a16="http://schemas.microsoft.com/office/drawing/2014/main" id="{7FA0EA4F-366D-4352-B675-277A419926E4}"/>
                  </a:ext>
                </a:extLst>
              </p:cNvPr>
              <p:cNvSpPr>
                <a:spLocks noChangeArrowheads="1"/>
              </p:cNvSpPr>
              <p:nvPr/>
            </p:nvSpPr>
            <p:spPr bwMode="auto">
              <a:xfrm>
                <a:off x="456" y="1768"/>
                <a:ext cx="97" cy="27"/>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85" name="Freeform 43">
                <a:extLst>
                  <a:ext uri="{FF2B5EF4-FFF2-40B4-BE49-F238E27FC236}">
                    <a16:creationId xmlns:a16="http://schemas.microsoft.com/office/drawing/2014/main" id="{3978A1E3-DF47-47FA-82A2-F5B7CC016ED6}"/>
                  </a:ext>
                </a:extLst>
              </p:cNvPr>
              <p:cNvSpPr>
                <a:spLocks/>
              </p:cNvSpPr>
              <p:nvPr/>
            </p:nvSpPr>
            <p:spPr bwMode="auto">
              <a:xfrm>
                <a:off x="442" y="1795"/>
                <a:ext cx="138" cy="14"/>
              </a:xfrm>
              <a:custGeom>
                <a:avLst/>
                <a:gdLst>
                  <a:gd name="T0" fmla="*/ 14 w 138"/>
                  <a:gd name="T1" fmla="*/ 0 h 14"/>
                  <a:gd name="T2" fmla="*/ 0 w 138"/>
                  <a:gd name="T3" fmla="*/ 14 h 14"/>
                  <a:gd name="T4" fmla="*/ 138 w 138"/>
                  <a:gd name="T5" fmla="*/ 14 h 14"/>
                  <a:gd name="T6" fmla="*/ 124 w 138"/>
                  <a:gd name="T7" fmla="*/ 0 h 14"/>
                  <a:gd name="T8" fmla="*/ 14 w 138"/>
                  <a:gd name="T9" fmla="*/ 0 h 14"/>
                  <a:gd name="T10" fmla="*/ 0 60000 65536"/>
                  <a:gd name="T11" fmla="*/ 0 60000 65536"/>
                  <a:gd name="T12" fmla="*/ 0 60000 65536"/>
                  <a:gd name="T13" fmla="*/ 0 60000 65536"/>
                  <a:gd name="T14" fmla="*/ 0 60000 65536"/>
                  <a:gd name="T15" fmla="*/ 0 w 138"/>
                  <a:gd name="T16" fmla="*/ 0 h 14"/>
                  <a:gd name="T17" fmla="*/ 138 w 138"/>
                  <a:gd name="T18" fmla="*/ 14 h 14"/>
                </a:gdLst>
                <a:ahLst/>
                <a:cxnLst>
                  <a:cxn ang="T10">
                    <a:pos x="T0" y="T1"/>
                  </a:cxn>
                  <a:cxn ang="T11">
                    <a:pos x="T2" y="T3"/>
                  </a:cxn>
                  <a:cxn ang="T12">
                    <a:pos x="T4" y="T5"/>
                  </a:cxn>
                  <a:cxn ang="T13">
                    <a:pos x="T6" y="T7"/>
                  </a:cxn>
                  <a:cxn ang="T14">
                    <a:pos x="T8" y="T9"/>
                  </a:cxn>
                </a:cxnLst>
                <a:rect l="T15" t="T16" r="T17" b="T18"/>
                <a:pathLst>
                  <a:path w="138" h="14">
                    <a:moveTo>
                      <a:pt x="14" y="0"/>
                    </a:moveTo>
                    <a:lnTo>
                      <a:pt x="0" y="14"/>
                    </a:lnTo>
                    <a:lnTo>
                      <a:pt x="138" y="14"/>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86" name="Line 44">
                <a:extLst>
                  <a:ext uri="{FF2B5EF4-FFF2-40B4-BE49-F238E27FC236}">
                    <a16:creationId xmlns:a16="http://schemas.microsoft.com/office/drawing/2014/main" id="{6A7E3A8F-B06B-483D-A4D8-4C89C551BED5}"/>
                  </a:ext>
                </a:extLst>
              </p:cNvPr>
              <p:cNvSpPr>
                <a:spLocks noChangeShapeType="1"/>
              </p:cNvSpPr>
              <p:nvPr/>
            </p:nvSpPr>
            <p:spPr bwMode="auto">
              <a:xfrm>
                <a:off x="456" y="1809"/>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87" name="Line 45">
                <a:extLst>
                  <a:ext uri="{FF2B5EF4-FFF2-40B4-BE49-F238E27FC236}">
                    <a16:creationId xmlns:a16="http://schemas.microsoft.com/office/drawing/2014/main" id="{76A860A7-8EFE-4B61-ABE9-7DAA7255B4C5}"/>
                  </a:ext>
                </a:extLst>
              </p:cNvPr>
              <p:cNvSpPr>
                <a:spLocks noChangeShapeType="1"/>
              </p:cNvSpPr>
              <p:nvPr/>
            </p:nvSpPr>
            <p:spPr bwMode="auto">
              <a:xfrm>
                <a:off x="470" y="1795"/>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88" name="Line 46">
                <a:extLst>
                  <a:ext uri="{FF2B5EF4-FFF2-40B4-BE49-F238E27FC236}">
                    <a16:creationId xmlns:a16="http://schemas.microsoft.com/office/drawing/2014/main" id="{2AE83316-6CE8-419B-8509-BF78C8649E55}"/>
                  </a:ext>
                </a:extLst>
              </p:cNvPr>
              <p:cNvSpPr>
                <a:spLocks noChangeShapeType="1"/>
              </p:cNvSpPr>
              <p:nvPr/>
            </p:nvSpPr>
            <p:spPr bwMode="auto">
              <a:xfrm>
                <a:off x="456" y="1795"/>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89" name="Line 47">
                <a:extLst>
                  <a:ext uri="{FF2B5EF4-FFF2-40B4-BE49-F238E27FC236}">
                    <a16:creationId xmlns:a16="http://schemas.microsoft.com/office/drawing/2014/main" id="{0B4680C6-D078-468D-9805-1236487A6D82}"/>
                  </a:ext>
                </a:extLst>
              </p:cNvPr>
              <p:cNvSpPr>
                <a:spLocks noChangeShapeType="1"/>
              </p:cNvSpPr>
              <p:nvPr/>
            </p:nvSpPr>
            <p:spPr bwMode="auto">
              <a:xfrm>
                <a:off x="484" y="1809"/>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90" name="Line 48">
                <a:extLst>
                  <a:ext uri="{FF2B5EF4-FFF2-40B4-BE49-F238E27FC236}">
                    <a16:creationId xmlns:a16="http://schemas.microsoft.com/office/drawing/2014/main" id="{51CF165D-0217-4053-9CF2-45F17B92564A}"/>
                  </a:ext>
                </a:extLst>
              </p:cNvPr>
              <p:cNvSpPr>
                <a:spLocks noChangeShapeType="1"/>
              </p:cNvSpPr>
              <p:nvPr/>
            </p:nvSpPr>
            <p:spPr bwMode="auto">
              <a:xfrm>
                <a:off x="539" y="1795"/>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91" name="Line 49">
                <a:extLst>
                  <a:ext uri="{FF2B5EF4-FFF2-40B4-BE49-F238E27FC236}">
                    <a16:creationId xmlns:a16="http://schemas.microsoft.com/office/drawing/2014/main" id="{B69372FA-5225-4A65-93FD-271968966793}"/>
                  </a:ext>
                </a:extLst>
              </p:cNvPr>
              <p:cNvSpPr>
                <a:spLocks noChangeShapeType="1"/>
              </p:cNvSpPr>
              <p:nvPr/>
            </p:nvSpPr>
            <p:spPr bwMode="auto">
              <a:xfrm>
                <a:off x="553" y="1809"/>
                <a:ext cx="1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92" name="Rectangle 50">
                <a:extLst>
                  <a:ext uri="{FF2B5EF4-FFF2-40B4-BE49-F238E27FC236}">
                    <a16:creationId xmlns:a16="http://schemas.microsoft.com/office/drawing/2014/main" id="{138F64F3-A3EC-4090-8C67-63EABD7D10C3}"/>
                  </a:ext>
                </a:extLst>
              </p:cNvPr>
              <p:cNvSpPr>
                <a:spLocks noChangeArrowheads="1"/>
              </p:cNvSpPr>
              <p:nvPr/>
            </p:nvSpPr>
            <p:spPr bwMode="auto">
              <a:xfrm>
                <a:off x="497" y="1699"/>
                <a:ext cx="4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93" name="Rectangle 51">
                <a:extLst>
                  <a:ext uri="{FF2B5EF4-FFF2-40B4-BE49-F238E27FC236}">
                    <a16:creationId xmlns:a16="http://schemas.microsoft.com/office/drawing/2014/main" id="{559D63DB-4E6F-4EA1-840E-90FCED4FAB91}"/>
                  </a:ext>
                </a:extLst>
              </p:cNvPr>
              <p:cNvSpPr>
                <a:spLocks noChangeArrowheads="1"/>
              </p:cNvSpPr>
              <p:nvPr/>
            </p:nvSpPr>
            <p:spPr bwMode="auto">
              <a:xfrm>
                <a:off x="497" y="1699"/>
                <a:ext cx="5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94" name="Freeform 52">
                <a:extLst>
                  <a:ext uri="{FF2B5EF4-FFF2-40B4-BE49-F238E27FC236}">
                    <a16:creationId xmlns:a16="http://schemas.microsoft.com/office/drawing/2014/main" id="{94C85964-B160-44AA-8ED4-61722E97130D}"/>
                  </a:ext>
                </a:extLst>
              </p:cNvPr>
              <p:cNvSpPr>
                <a:spLocks/>
              </p:cNvSpPr>
              <p:nvPr/>
            </p:nvSpPr>
            <p:spPr bwMode="auto">
              <a:xfrm>
                <a:off x="2043" y="1299"/>
                <a:ext cx="1738" cy="1476"/>
              </a:xfrm>
              <a:custGeom>
                <a:avLst/>
                <a:gdLst>
                  <a:gd name="T0" fmla="*/ 1683 w 1738"/>
                  <a:gd name="T1" fmla="*/ 0 h 1476"/>
                  <a:gd name="T2" fmla="*/ 1738 w 1738"/>
                  <a:gd name="T3" fmla="*/ 55 h 1476"/>
                  <a:gd name="T4" fmla="*/ 41 w 1738"/>
                  <a:gd name="T5" fmla="*/ 1476 h 1476"/>
                  <a:gd name="T6" fmla="*/ 0 w 1738"/>
                  <a:gd name="T7" fmla="*/ 1421 h 1476"/>
                  <a:gd name="T8" fmla="*/ 1683 w 1738"/>
                  <a:gd name="T9" fmla="*/ 0 h 1476"/>
                  <a:gd name="T10" fmla="*/ 0 60000 65536"/>
                  <a:gd name="T11" fmla="*/ 0 60000 65536"/>
                  <a:gd name="T12" fmla="*/ 0 60000 65536"/>
                  <a:gd name="T13" fmla="*/ 0 60000 65536"/>
                  <a:gd name="T14" fmla="*/ 0 60000 65536"/>
                  <a:gd name="T15" fmla="*/ 0 w 1738"/>
                  <a:gd name="T16" fmla="*/ 0 h 1476"/>
                  <a:gd name="T17" fmla="*/ 1738 w 1738"/>
                  <a:gd name="T18" fmla="*/ 1476 h 1476"/>
                </a:gdLst>
                <a:ahLst/>
                <a:cxnLst>
                  <a:cxn ang="T10">
                    <a:pos x="T0" y="T1"/>
                  </a:cxn>
                  <a:cxn ang="T11">
                    <a:pos x="T2" y="T3"/>
                  </a:cxn>
                  <a:cxn ang="T12">
                    <a:pos x="T4" y="T5"/>
                  </a:cxn>
                  <a:cxn ang="T13">
                    <a:pos x="T6" y="T7"/>
                  </a:cxn>
                  <a:cxn ang="T14">
                    <a:pos x="T8" y="T9"/>
                  </a:cxn>
                </a:cxnLst>
                <a:rect l="T15" t="T16" r="T17" b="T18"/>
                <a:pathLst>
                  <a:path w="1738" h="1476">
                    <a:moveTo>
                      <a:pt x="1683" y="0"/>
                    </a:moveTo>
                    <a:lnTo>
                      <a:pt x="1738" y="55"/>
                    </a:lnTo>
                    <a:lnTo>
                      <a:pt x="41" y="1476"/>
                    </a:lnTo>
                    <a:lnTo>
                      <a:pt x="0" y="1421"/>
                    </a:lnTo>
                    <a:lnTo>
                      <a:pt x="1683" y="0"/>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95" name="Freeform 53">
                <a:extLst>
                  <a:ext uri="{FF2B5EF4-FFF2-40B4-BE49-F238E27FC236}">
                    <a16:creationId xmlns:a16="http://schemas.microsoft.com/office/drawing/2014/main" id="{A1D8E1EE-CB06-4117-AEA1-51B4DE94BDBF}"/>
                  </a:ext>
                </a:extLst>
              </p:cNvPr>
              <p:cNvSpPr>
                <a:spLocks/>
              </p:cNvSpPr>
              <p:nvPr/>
            </p:nvSpPr>
            <p:spPr bwMode="auto">
              <a:xfrm>
                <a:off x="2608" y="2237"/>
                <a:ext cx="649" cy="759"/>
              </a:xfrm>
              <a:custGeom>
                <a:avLst/>
                <a:gdLst>
                  <a:gd name="T0" fmla="*/ 649 w 649"/>
                  <a:gd name="T1" fmla="*/ 717 h 759"/>
                  <a:gd name="T2" fmla="*/ 594 w 649"/>
                  <a:gd name="T3" fmla="*/ 759 h 759"/>
                  <a:gd name="T4" fmla="*/ 0 w 649"/>
                  <a:gd name="T5" fmla="*/ 41 h 759"/>
                  <a:gd name="T6" fmla="*/ 42 w 649"/>
                  <a:gd name="T7" fmla="*/ 0 h 759"/>
                  <a:gd name="T8" fmla="*/ 649 w 649"/>
                  <a:gd name="T9" fmla="*/ 717 h 759"/>
                  <a:gd name="T10" fmla="*/ 0 60000 65536"/>
                  <a:gd name="T11" fmla="*/ 0 60000 65536"/>
                  <a:gd name="T12" fmla="*/ 0 60000 65536"/>
                  <a:gd name="T13" fmla="*/ 0 60000 65536"/>
                  <a:gd name="T14" fmla="*/ 0 60000 65536"/>
                  <a:gd name="T15" fmla="*/ 0 w 649"/>
                  <a:gd name="T16" fmla="*/ 0 h 759"/>
                  <a:gd name="T17" fmla="*/ 649 w 649"/>
                  <a:gd name="T18" fmla="*/ 759 h 759"/>
                </a:gdLst>
                <a:ahLst/>
                <a:cxnLst>
                  <a:cxn ang="T10">
                    <a:pos x="T0" y="T1"/>
                  </a:cxn>
                  <a:cxn ang="T11">
                    <a:pos x="T2" y="T3"/>
                  </a:cxn>
                  <a:cxn ang="T12">
                    <a:pos x="T4" y="T5"/>
                  </a:cxn>
                  <a:cxn ang="T13">
                    <a:pos x="T6" y="T7"/>
                  </a:cxn>
                  <a:cxn ang="T14">
                    <a:pos x="T8" y="T9"/>
                  </a:cxn>
                </a:cxnLst>
                <a:rect l="T15" t="T16" r="T17" b="T18"/>
                <a:pathLst>
                  <a:path w="649" h="759">
                    <a:moveTo>
                      <a:pt x="649" y="717"/>
                    </a:moveTo>
                    <a:lnTo>
                      <a:pt x="594" y="759"/>
                    </a:lnTo>
                    <a:lnTo>
                      <a:pt x="0" y="41"/>
                    </a:lnTo>
                    <a:lnTo>
                      <a:pt x="42" y="0"/>
                    </a:lnTo>
                    <a:lnTo>
                      <a:pt x="649" y="717"/>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96" name="Freeform 54">
                <a:extLst>
                  <a:ext uri="{FF2B5EF4-FFF2-40B4-BE49-F238E27FC236}">
                    <a16:creationId xmlns:a16="http://schemas.microsoft.com/office/drawing/2014/main" id="{715A2320-76DC-419B-97E3-F9DEAD1B130A}"/>
                  </a:ext>
                </a:extLst>
              </p:cNvPr>
              <p:cNvSpPr>
                <a:spLocks/>
              </p:cNvSpPr>
              <p:nvPr/>
            </p:nvSpPr>
            <p:spPr bwMode="auto">
              <a:xfrm>
                <a:off x="3091" y="3051"/>
                <a:ext cx="704" cy="359"/>
              </a:xfrm>
              <a:custGeom>
                <a:avLst/>
                <a:gdLst>
                  <a:gd name="T0" fmla="*/ 704 w 704"/>
                  <a:gd name="T1" fmla="*/ 317 h 359"/>
                  <a:gd name="T2" fmla="*/ 690 w 704"/>
                  <a:gd name="T3" fmla="*/ 359 h 359"/>
                  <a:gd name="T4" fmla="*/ 0 w 704"/>
                  <a:gd name="T5" fmla="*/ 28 h 359"/>
                  <a:gd name="T6" fmla="*/ 14 w 704"/>
                  <a:gd name="T7" fmla="*/ 0 h 359"/>
                  <a:gd name="T8" fmla="*/ 704 w 704"/>
                  <a:gd name="T9" fmla="*/ 317 h 359"/>
                  <a:gd name="T10" fmla="*/ 0 60000 65536"/>
                  <a:gd name="T11" fmla="*/ 0 60000 65536"/>
                  <a:gd name="T12" fmla="*/ 0 60000 65536"/>
                  <a:gd name="T13" fmla="*/ 0 60000 65536"/>
                  <a:gd name="T14" fmla="*/ 0 60000 65536"/>
                  <a:gd name="T15" fmla="*/ 0 w 704"/>
                  <a:gd name="T16" fmla="*/ 0 h 359"/>
                  <a:gd name="T17" fmla="*/ 704 w 704"/>
                  <a:gd name="T18" fmla="*/ 359 h 359"/>
                </a:gdLst>
                <a:ahLst/>
                <a:cxnLst>
                  <a:cxn ang="T10">
                    <a:pos x="T0" y="T1"/>
                  </a:cxn>
                  <a:cxn ang="T11">
                    <a:pos x="T2" y="T3"/>
                  </a:cxn>
                  <a:cxn ang="T12">
                    <a:pos x="T4" y="T5"/>
                  </a:cxn>
                  <a:cxn ang="T13">
                    <a:pos x="T6" y="T7"/>
                  </a:cxn>
                  <a:cxn ang="T14">
                    <a:pos x="T8" y="T9"/>
                  </a:cxn>
                </a:cxnLst>
                <a:rect l="T15" t="T16" r="T17" b="T18"/>
                <a:pathLst>
                  <a:path w="704" h="359">
                    <a:moveTo>
                      <a:pt x="704" y="317"/>
                    </a:moveTo>
                    <a:lnTo>
                      <a:pt x="690" y="359"/>
                    </a:lnTo>
                    <a:lnTo>
                      <a:pt x="0" y="28"/>
                    </a:lnTo>
                    <a:lnTo>
                      <a:pt x="14" y="0"/>
                    </a:lnTo>
                    <a:lnTo>
                      <a:pt x="704" y="317"/>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97" name="Freeform 55">
                <a:extLst>
                  <a:ext uri="{FF2B5EF4-FFF2-40B4-BE49-F238E27FC236}">
                    <a16:creationId xmlns:a16="http://schemas.microsoft.com/office/drawing/2014/main" id="{07D841C6-096A-40CF-BDFA-6A794E53CB20}"/>
                  </a:ext>
                </a:extLst>
              </p:cNvPr>
              <p:cNvSpPr>
                <a:spLocks/>
              </p:cNvSpPr>
              <p:nvPr/>
            </p:nvSpPr>
            <p:spPr bwMode="auto">
              <a:xfrm>
                <a:off x="2553" y="1699"/>
                <a:ext cx="359" cy="359"/>
              </a:xfrm>
              <a:custGeom>
                <a:avLst/>
                <a:gdLst>
                  <a:gd name="T0" fmla="*/ 359 w 359"/>
                  <a:gd name="T1" fmla="*/ 331 h 359"/>
                  <a:gd name="T2" fmla="*/ 331 w 359"/>
                  <a:gd name="T3" fmla="*/ 359 h 359"/>
                  <a:gd name="T4" fmla="*/ 0 w 359"/>
                  <a:gd name="T5" fmla="*/ 14 h 359"/>
                  <a:gd name="T6" fmla="*/ 14 w 359"/>
                  <a:gd name="T7" fmla="*/ 0 h 359"/>
                  <a:gd name="T8" fmla="*/ 359 w 359"/>
                  <a:gd name="T9" fmla="*/ 331 h 359"/>
                  <a:gd name="T10" fmla="*/ 0 60000 65536"/>
                  <a:gd name="T11" fmla="*/ 0 60000 65536"/>
                  <a:gd name="T12" fmla="*/ 0 60000 65536"/>
                  <a:gd name="T13" fmla="*/ 0 60000 65536"/>
                  <a:gd name="T14" fmla="*/ 0 60000 65536"/>
                  <a:gd name="T15" fmla="*/ 0 w 359"/>
                  <a:gd name="T16" fmla="*/ 0 h 359"/>
                  <a:gd name="T17" fmla="*/ 359 w 359"/>
                  <a:gd name="T18" fmla="*/ 359 h 359"/>
                </a:gdLst>
                <a:ahLst/>
                <a:cxnLst>
                  <a:cxn ang="T10">
                    <a:pos x="T0" y="T1"/>
                  </a:cxn>
                  <a:cxn ang="T11">
                    <a:pos x="T2" y="T3"/>
                  </a:cxn>
                  <a:cxn ang="T12">
                    <a:pos x="T4" y="T5"/>
                  </a:cxn>
                  <a:cxn ang="T13">
                    <a:pos x="T6" y="T7"/>
                  </a:cxn>
                  <a:cxn ang="T14">
                    <a:pos x="T8" y="T9"/>
                  </a:cxn>
                </a:cxnLst>
                <a:rect l="T15" t="T16" r="T17" b="T18"/>
                <a:pathLst>
                  <a:path w="359" h="359">
                    <a:moveTo>
                      <a:pt x="359" y="331"/>
                    </a:moveTo>
                    <a:lnTo>
                      <a:pt x="331" y="359"/>
                    </a:lnTo>
                    <a:lnTo>
                      <a:pt x="0" y="14"/>
                    </a:lnTo>
                    <a:lnTo>
                      <a:pt x="14" y="0"/>
                    </a:lnTo>
                    <a:lnTo>
                      <a:pt x="359" y="331"/>
                    </a:lnTo>
                    <a:close/>
                  </a:path>
                </a:pathLst>
              </a:custGeom>
              <a:solidFill>
                <a:srgbClr val="FFDC99"/>
              </a:solidFill>
              <a:ln w="31750">
                <a:solidFill>
                  <a:srgbClr val="FFDC99"/>
                </a:solidFill>
                <a:prstDash val="solid"/>
                <a:round/>
                <a:headEnd/>
                <a:tailEnd/>
              </a:ln>
            </p:spPr>
            <p:txBody>
              <a:bodyPr/>
              <a:lstStyle/>
              <a:p>
                <a:endParaRPr lang="en-US" sz="2215"/>
              </a:p>
            </p:txBody>
          </p:sp>
          <p:sp>
            <p:nvSpPr>
              <p:cNvPr id="36198" name="Freeform 56">
                <a:extLst>
                  <a:ext uri="{FF2B5EF4-FFF2-40B4-BE49-F238E27FC236}">
                    <a16:creationId xmlns:a16="http://schemas.microsoft.com/office/drawing/2014/main" id="{D2392783-0893-49BC-96D1-CDE53D494FD3}"/>
                  </a:ext>
                </a:extLst>
              </p:cNvPr>
              <p:cNvSpPr>
                <a:spLocks/>
              </p:cNvSpPr>
              <p:nvPr/>
            </p:nvSpPr>
            <p:spPr bwMode="auto">
              <a:xfrm>
                <a:off x="704" y="2016"/>
                <a:ext cx="42" cy="69"/>
              </a:xfrm>
              <a:custGeom>
                <a:avLst/>
                <a:gdLst>
                  <a:gd name="T0" fmla="*/ 0 w 42"/>
                  <a:gd name="T1" fmla="*/ 0 h 69"/>
                  <a:gd name="T2" fmla="*/ 42 w 42"/>
                  <a:gd name="T3" fmla="*/ 14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4"/>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99" name="AutoShape 57">
                <a:extLst>
                  <a:ext uri="{FF2B5EF4-FFF2-40B4-BE49-F238E27FC236}">
                    <a16:creationId xmlns:a16="http://schemas.microsoft.com/office/drawing/2014/main" id="{8A10053E-CAFA-4D8B-BECC-E0DB0FB5B65A}"/>
                  </a:ext>
                </a:extLst>
              </p:cNvPr>
              <p:cNvSpPr>
                <a:spLocks noChangeArrowheads="1"/>
              </p:cNvSpPr>
              <p:nvPr/>
            </p:nvSpPr>
            <p:spPr bwMode="auto">
              <a:xfrm>
                <a:off x="594" y="1933"/>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00" name="AutoShape 58">
                <a:extLst>
                  <a:ext uri="{FF2B5EF4-FFF2-40B4-BE49-F238E27FC236}">
                    <a16:creationId xmlns:a16="http://schemas.microsoft.com/office/drawing/2014/main" id="{E81A21FB-57C4-4A53-9571-1299D5D85CB8}"/>
                  </a:ext>
                </a:extLst>
              </p:cNvPr>
              <p:cNvSpPr>
                <a:spLocks noChangeArrowheads="1"/>
              </p:cNvSpPr>
              <p:nvPr/>
            </p:nvSpPr>
            <p:spPr bwMode="auto">
              <a:xfrm>
                <a:off x="580" y="1920"/>
                <a:ext cx="138" cy="110"/>
              </a:xfrm>
              <a:prstGeom prst="roundRect">
                <a:avLst>
                  <a:gd name="adj" fmla="val 40454"/>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01" name="Rectangle 59">
                <a:extLst>
                  <a:ext uri="{FF2B5EF4-FFF2-40B4-BE49-F238E27FC236}">
                    <a16:creationId xmlns:a16="http://schemas.microsoft.com/office/drawing/2014/main" id="{B41E708B-849A-47BB-9E17-B7A94F58779D}"/>
                  </a:ext>
                </a:extLst>
              </p:cNvPr>
              <p:cNvSpPr>
                <a:spLocks noChangeArrowheads="1"/>
              </p:cNvSpPr>
              <p:nvPr/>
            </p:nvSpPr>
            <p:spPr bwMode="auto">
              <a:xfrm>
                <a:off x="608" y="1947"/>
                <a:ext cx="8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02" name="Rectangle 60">
                <a:extLst>
                  <a:ext uri="{FF2B5EF4-FFF2-40B4-BE49-F238E27FC236}">
                    <a16:creationId xmlns:a16="http://schemas.microsoft.com/office/drawing/2014/main" id="{00833AA6-8F91-44CB-9984-7E5219F4B21F}"/>
                  </a:ext>
                </a:extLst>
              </p:cNvPr>
              <p:cNvSpPr>
                <a:spLocks noChangeArrowheads="1"/>
              </p:cNvSpPr>
              <p:nvPr/>
            </p:nvSpPr>
            <p:spPr bwMode="auto">
              <a:xfrm>
                <a:off x="608" y="1947"/>
                <a:ext cx="9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03" name="Freeform 61">
                <a:extLst>
                  <a:ext uri="{FF2B5EF4-FFF2-40B4-BE49-F238E27FC236}">
                    <a16:creationId xmlns:a16="http://schemas.microsoft.com/office/drawing/2014/main" id="{DC3675E1-15D1-4E6B-9CA1-6CF69A47A9ED}"/>
                  </a:ext>
                </a:extLst>
              </p:cNvPr>
              <p:cNvSpPr>
                <a:spLocks/>
              </p:cNvSpPr>
              <p:nvPr/>
            </p:nvSpPr>
            <p:spPr bwMode="auto">
              <a:xfrm>
                <a:off x="732" y="2071"/>
                <a:ext cx="28" cy="42"/>
              </a:xfrm>
              <a:custGeom>
                <a:avLst/>
                <a:gdLst>
                  <a:gd name="T0" fmla="*/ 14 w 28"/>
                  <a:gd name="T1" fmla="*/ 0 h 42"/>
                  <a:gd name="T2" fmla="*/ 14 w 28"/>
                  <a:gd name="T3" fmla="*/ 0 h 42"/>
                  <a:gd name="T4" fmla="*/ 28 w 28"/>
                  <a:gd name="T5" fmla="*/ 14 h 42"/>
                  <a:gd name="T6" fmla="*/ 28 w 28"/>
                  <a:gd name="T7" fmla="*/ 28 h 42"/>
                  <a:gd name="T8" fmla="*/ 14 w 28"/>
                  <a:gd name="T9" fmla="*/ 42 h 42"/>
                  <a:gd name="T10" fmla="*/ 14 w 28"/>
                  <a:gd name="T11" fmla="*/ 42 h 42"/>
                  <a:gd name="T12" fmla="*/ 0 w 28"/>
                  <a:gd name="T13" fmla="*/ 28 h 42"/>
                  <a:gd name="T14" fmla="*/ 0 w 28"/>
                  <a:gd name="T15" fmla="*/ 14 h 42"/>
                  <a:gd name="T16" fmla="*/ 0 w 28"/>
                  <a:gd name="T17" fmla="*/ 0 h 42"/>
                  <a:gd name="T18" fmla="*/ 14 w 28"/>
                  <a:gd name="T19" fmla="*/ 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2"/>
                  <a:gd name="T32" fmla="*/ 28 w 28"/>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2">
                    <a:moveTo>
                      <a:pt x="14" y="0"/>
                    </a:moveTo>
                    <a:lnTo>
                      <a:pt x="14" y="0"/>
                    </a:lnTo>
                    <a:lnTo>
                      <a:pt x="28" y="14"/>
                    </a:lnTo>
                    <a:lnTo>
                      <a:pt x="28" y="28"/>
                    </a:lnTo>
                    <a:lnTo>
                      <a:pt x="14" y="42"/>
                    </a:lnTo>
                    <a:lnTo>
                      <a:pt x="0" y="28"/>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2215"/>
              </a:p>
            </p:txBody>
          </p:sp>
          <p:pic>
            <p:nvPicPr>
              <p:cNvPr id="36204" name="Picture 62">
                <a:extLst>
                  <a:ext uri="{FF2B5EF4-FFF2-40B4-BE49-F238E27FC236}">
                    <a16:creationId xmlns:a16="http://schemas.microsoft.com/office/drawing/2014/main" id="{E0F13B10-48BD-4E13-959B-F7BC7AF167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 y="1961"/>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05" name="Line 63">
                <a:extLst>
                  <a:ext uri="{FF2B5EF4-FFF2-40B4-BE49-F238E27FC236}">
                    <a16:creationId xmlns:a16="http://schemas.microsoft.com/office/drawing/2014/main" id="{92BC6B7B-E65E-4E57-9B2C-7D5A1CDA3092}"/>
                  </a:ext>
                </a:extLst>
              </p:cNvPr>
              <p:cNvSpPr>
                <a:spLocks noChangeShapeType="1"/>
              </p:cNvSpPr>
              <p:nvPr/>
            </p:nvSpPr>
            <p:spPr bwMode="auto">
              <a:xfrm>
                <a:off x="732" y="2085"/>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06" name="Line 64">
                <a:extLst>
                  <a:ext uri="{FF2B5EF4-FFF2-40B4-BE49-F238E27FC236}">
                    <a16:creationId xmlns:a16="http://schemas.microsoft.com/office/drawing/2014/main" id="{6A3167E3-D0F0-4BE1-A981-21D4F7B9967D}"/>
                  </a:ext>
                </a:extLst>
              </p:cNvPr>
              <p:cNvSpPr>
                <a:spLocks noChangeShapeType="1"/>
              </p:cNvSpPr>
              <p:nvPr/>
            </p:nvSpPr>
            <p:spPr bwMode="auto">
              <a:xfrm>
                <a:off x="746" y="2085"/>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07" name="Line 65">
                <a:extLst>
                  <a:ext uri="{FF2B5EF4-FFF2-40B4-BE49-F238E27FC236}">
                    <a16:creationId xmlns:a16="http://schemas.microsoft.com/office/drawing/2014/main" id="{4D5347A0-D85E-4BCD-BE90-26FFA2E4C4B2}"/>
                  </a:ext>
                </a:extLst>
              </p:cNvPr>
              <p:cNvSpPr>
                <a:spLocks noChangeShapeType="1"/>
              </p:cNvSpPr>
              <p:nvPr/>
            </p:nvSpPr>
            <p:spPr bwMode="auto">
              <a:xfrm>
                <a:off x="746" y="2085"/>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08" name="Rectangle 66">
                <a:extLst>
                  <a:ext uri="{FF2B5EF4-FFF2-40B4-BE49-F238E27FC236}">
                    <a16:creationId xmlns:a16="http://schemas.microsoft.com/office/drawing/2014/main" id="{297ACBBE-24B5-418A-8A36-C29E3695E3DD}"/>
                  </a:ext>
                </a:extLst>
              </p:cNvPr>
              <p:cNvSpPr>
                <a:spLocks noChangeArrowheads="1"/>
              </p:cNvSpPr>
              <p:nvPr/>
            </p:nvSpPr>
            <p:spPr bwMode="auto">
              <a:xfrm>
                <a:off x="608" y="2016"/>
                <a:ext cx="96" cy="14"/>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09" name="Freeform 67">
                <a:extLst>
                  <a:ext uri="{FF2B5EF4-FFF2-40B4-BE49-F238E27FC236}">
                    <a16:creationId xmlns:a16="http://schemas.microsoft.com/office/drawing/2014/main" id="{9A50325F-96D4-45D7-8E0C-3EFDD2DE6375}"/>
                  </a:ext>
                </a:extLst>
              </p:cNvPr>
              <p:cNvSpPr>
                <a:spLocks/>
              </p:cNvSpPr>
              <p:nvPr/>
            </p:nvSpPr>
            <p:spPr bwMode="auto">
              <a:xfrm>
                <a:off x="594" y="2030"/>
                <a:ext cx="124" cy="28"/>
              </a:xfrm>
              <a:custGeom>
                <a:avLst/>
                <a:gdLst>
                  <a:gd name="T0" fmla="*/ 14 w 124"/>
                  <a:gd name="T1" fmla="*/ 0 h 28"/>
                  <a:gd name="T2" fmla="*/ 0 w 124"/>
                  <a:gd name="T3" fmla="*/ 28 h 28"/>
                  <a:gd name="T4" fmla="*/ 124 w 124"/>
                  <a:gd name="T5" fmla="*/ 28 h 28"/>
                  <a:gd name="T6" fmla="*/ 110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10"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210" name="Line 68">
                <a:extLst>
                  <a:ext uri="{FF2B5EF4-FFF2-40B4-BE49-F238E27FC236}">
                    <a16:creationId xmlns:a16="http://schemas.microsoft.com/office/drawing/2014/main" id="{2508D2EA-4D72-4FDD-97AF-37B3B93770BC}"/>
                  </a:ext>
                </a:extLst>
              </p:cNvPr>
              <p:cNvSpPr>
                <a:spLocks noChangeShapeType="1"/>
              </p:cNvSpPr>
              <p:nvPr/>
            </p:nvSpPr>
            <p:spPr bwMode="auto">
              <a:xfrm>
                <a:off x="608" y="2044"/>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11" name="Line 69">
                <a:extLst>
                  <a:ext uri="{FF2B5EF4-FFF2-40B4-BE49-F238E27FC236}">
                    <a16:creationId xmlns:a16="http://schemas.microsoft.com/office/drawing/2014/main" id="{7E2B9CA8-7230-4279-B6DE-F766D60B1A01}"/>
                  </a:ext>
                </a:extLst>
              </p:cNvPr>
              <p:cNvSpPr>
                <a:spLocks noChangeShapeType="1"/>
              </p:cNvSpPr>
              <p:nvPr/>
            </p:nvSpPr>
            <p:spPr bwMode="auto">
              <a:xfrm>
                <a:off x="608" y="2030"/>
                <a:ext cx="9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12" name="Line 70">
                <a:extLst>
                  <a:ext uri="{FF2B5EF4-FFF2-40B4-BE49-F238E27FC236}">
                    <a16:creationId xmlns:a16="http://schemas.microsoft.com/office/drawing/2014/main" id="{E7EDFFC2-53B5-4199-B609-ADE394C6C453}"/>
                  </a:ext>
                </a:extLst>
              </p:cNvPr>
              <p:cNvSpPr>
                <a:spLocks noChangeShapeType="1"/>
              </p:cNvSpPr>
              <p:nvPr/>
            </p:nvSpPr>
            <p:spPr bwMode="auto">
              <a:xfrm>
                <a:off x="608" y="2044"/>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13" name="Line 71">
                <a:extLst>
                  <a:ext uri="{FF2B5EF4-FFF2-40B4-BE49-F238E27FC236}">
                    <a16:creationId xmlns:a16="http://schemas.microsoft.com/office/drawing/2014/main" id="{B5918F17-B83D-4FC7-BD13-82CF37F5DE4A}"/>
                  </a:ext>
                </a:extLst>
              </p:cNvPr>
              <p:cNvSpPr>
                <a:spLocks noChangeShapeType="1"/>
              </p:cNvSpPr>
              <p:nvPr/>
            </p:nvSpPr>
            <p:spPr bwMode="auto">
              <a:xfrm>
                <a:off x="635" y="2044"/>
                <a:ext cx="5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14" name="Line 72">
                <a:extLst>
                  <a:ext uri="{FF2B5EF4-FFF2-40B4-BE49-F238E27FC236}">
                    <a16:creationId xmlns:a16="http://schemas.microsoft.com/office/drawing/2014/main" id="{518F725A-B091-43B5-816D-A6D03EB3FF69}"/>
                  </a:ext>
                </a:extLst>
              </p:cNvPr>
              <p:cNvSpPr>
                <a:spLocks noChangeShapeType="1"/>
              </p:cNvSpPr>
              <p:nvPr/>
            </p:nvSpPr>
            <p:spPr bwMode="auto">
              <a:xfrm>
                <a:off x="677" y="2044"/>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15" name="Line 73">
                <a:extLst>
                  <a:ext uri="{FF2B5EF4-FFF2-40B4-BE49-F238E27FC236}">
                    <a16:creationId xmlns:a16="http://schemas.microsoft.com/office/drawing/2014/main" id="{72BE657B-C8A0-4850-B3B8-9F00D45336B5}"/>
                  </a:ext>
                </a:extLst>
              </p:cNvPr>
              <p:cNvSpPr>
                <a:spLocks noChangeShapeType="1"/>
              </p:cNvSpPr>
              <p:nvPr/>
            </p:nvSpPr>
            <p:spPr bwMode="auto">
              <a:xfrm>
                <a:off x="691" y="2044"/>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16" name="Rectangle 74">
                <a:extLst>
                  <a:ext uri="{FF2B5EF4-FFF2-40B4-BE49-F238E27FC236}">
                    <a16:creationId xmlns:a16="http://schemas.microsoft.com/office/drawing/2014/main" id="{46FB6E8E-D740-4CFB-9CB5-91BFC9764B22}"/>
                  </a:ext>
                </a:extLst>
              </p:cNvPr>
              <p:cNvSpPr>
                <a:spLocks noChangeArrowheads="1"/>
              </p:cNvSpPr>
              <p:nvPr/>
            </p:nvSpPr>
            <p:spPr bwMode="auto">
              <a:xfrm>
                <a:off x="649" y="1933"/>
                <a:ext cx="28"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17" name="Rectangle 75">
                <a:extLst>
                  <a:ext uri="{FF2B5EF4-FFF2-40B4-BE49-F238E27FC236}">
                    <a16:creationId xmlns:a16="http://schemas.microsoft.com/office/drawing/2014/main" id="{656E1EE3-A11F-4E01-8AC5-7BFF3CB969C3}"/>
                  </a:ext>
                </a:extLst>
              </p:cNvPr>
              <p:cNvSpPr>
                <a:spLocks noChangeArrowheads="1"/>
              </p:cNvSpPr>
              <p:nvPr/>
            </p:nvSpPr>
            <p:spPr bwMode="auto">
              <a:xfrm>
                <a:off x="649" y="1933"/>
                <a:ext cx="42" cy="56"/>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18" name="Freeform 76">
                <a:extLst>
                  <a:ext uri="{FF2B5EF4-FFF2-40B4-BE49-F238E27FC236}">
                    <a16:creationId xmlns:a16="http://schemas.microsoft.com/office/drawing/2014/main" id="{94D77F29-DB79-48E0-8528-939E4E52F0BE}"/>
                  </a:ext>
                </a:extLst>
              </p:cNvPr>
              <p:cNvSpPr>
                <a:spLocks/>
              </p:cNvSpPr>
              <p:nvPr/>
            </p:nvSpPr>
            <p:spPr bwMode="auto">
              <a:xfrm>
                <a:off x="1256" y="1989"/>
                <a:ext cx="42" cy="69"/>
              </a:xfrm>
              <a:custGeom>
                <a:avLst/>
                <a:gdLst>
                  <a:gd name="T0" fmla="*/ 0 w 42"/>
                  <a:gd name="T1" fmla="*/ 0 h 69"/>
                  <a:gd name="T2" fmla="*/ 42 w 42"/>
                  <a:gd name="T3" fmla="*/ 13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3"/>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219" name="AutoShape 77">
                <a:extLst>
                  <a:ext uri="{FF2B5EF4-FFF2-40B4-BE49-F238E27FC236}">
                    <a16:creationId xmlns:a16="http://schemas.microsoft.com/office/drawing/2014/main" id="{FFE9FEE8-2E5E-468C-AC30-815535DB2D79}"/>
                  </a:ext>
                </a:extLst>
              </p:cNvPr>
              <p:cNvSpPr>
                <a:spLocks noChangeArrowheads="1"/>
              </p:cNvSpPr>
              <p:nvPr/>
            </p:nvSpPr>
            <p:spPr bwMode="auto">
              <a:xfrm>
                <a:off x="1146" y="1906"/>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20" name="AutoShape 78">
                <a:extLst>
                  <a:ext uri="{FF2B5EF4-FFF2-40B4-BE49-F238E27FC236}">
                    <a16:creationId xmlns:a16="http://schemas.microsoft.com/office/drawing/2014/main" id="{BAA1CBE4-168E-4FF7-AACC-B62A368D5C7C}"/>
                  </a:ext>
                </a:extLst>
              </p:cNvPr>
              <p:cNvSpPr>
                <a:spLocks noChangeArrowheads="1"/>
              </p:cNvSpPr>
              <p:nvPr/>
            </p:nvSpPr>
            <p:spPr bwMode="auto">
              <a:xfrm>
                <a:off x="1132" y="1892"/>
                <a:ext cx="138" cy="110"/>
              </a:xfrm>
              <a:prstGeom prst="roundRect">
                <a:avLst>
                  <a:gd name="adj" fmla="val 40454"/>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21" name="Rectangle 79">
                <a:extLst>
                  <a:ext uri="{FF2B5EF4-FFF2-40B4-BE49-F238E27FC236}">
                    <a16:creationId xmlns:a16="http://schemas.microsoft.com/office/drawing/2014/main" id="{47AF6A87-0ED3-4BDD-B169-D4CA576ACCCE}"/>
                  </a:ext>
                </a:extLst>
              </p:cNvPr>
              <p:cNvSpPr>
                <a:spLocks noChangeArrowheads="1"/>
              </p:cNvSpPr>
              <p:nvPr/>
            </p:nvSpPr>
            <p:spPr bwMode="auto">
              <a:xfrm>
                <a:off x="1160" y="1920"/>
                <a:ext cx="8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22" name="Rectangle 80">
                <a:extLst>
                  <a:ext uri="{FF2B5EF4-FFF2-40B4-BE49-F238E27FC236}">
                    <a16:creationId xmlns:a16="http://schemas.microsoft.com/office/drawing/2014/main" id="{3D4D84F8-FD68-43DF-A32E-001E2F633BA2}"/>
                  </a:ext>
                </a:extLst>
              </p:cNvPr>
              <p:cNvSpPr>
                <a:spLocks noChangeArrowheads="1"/>
              </p:cNvSpPr>
              <p:nvPr/>
            </p:nvSpPr>
            <p:spPr bwMode="auto">
              <a:xfrm>
                <a:off x="1160" y="1920"/>
                <a:ext cx="9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23" name="Freeform 81">
                <a:extLst>
                  <a:ext uri="{FF2B5EF4-FFF2-40B4-BE49-F238E27FC236}">
                    <a16:creationId xmlns:a16="http://schemas.microsoft.com/office/drawing/2014/main" id="{AB85EEB4-1B63-4600-A0A7-04CA53CEBE2D}"/>
                  </a:ext>
                </a:extLst>
              </p:cNvPr>
              <p:cNvSpPr>
                <a:spLocks/>
              </p:cNvSpPr>
              <p:nvPr/>
            </p:nvSpPr>
            <p:spPr bwMode="auto">
              <a:xfrm>
                <a:off x="1284" y="2044"/>
                <a:ext cx="27" cy="41"/>
              </a:xfrm>
              <a:custGeom>
                <a:avLst/>
                <a:gdLst>
                  <a:gd name="T0" fmla="*/ 14 w 27"/>
                  <a:gd name="T1" fmla="*/ 0 h 41"/>
                  <a:gd name="T2" fmla="*/ 14 w 27"/>
                  <a:gd name="T3" fmla="*/ 0 h 41"/>
                  <a:gd name="T4" fmla="*/ 27 w 27"/>
                  <a:gd name="T5" fmla="*/ 14 h 41"/>
                  <a:gd name="T6" fmla="*/ 27 w 27"/>
                  <a:gd name="T7" fmla="*/ 27 h 41"/>
                  <a:gd name="T8" fmla="*/ 14 w 27"/>
                  <a:gd name="T9" fmla="*/ 41 h 41"/>
                  <a:gd name="T10" fmla="*/ 14 w 27"/>
                  <a:gd name="T11" fmla="*/ 41 h 41"/>
                  <a:gd name="T12" fmla="*/ 0 w 27"/>
                  <a:gd name="T13" fmla="*/ 27 h 41"/>
                  <a:gd name="T14" fmla="*/ 0 w 27"/>
                  <a:gd name="T15" fmla="*/ 14 h 41"/>
                  <a:gd name="T16" fmla="*/ 0 w 27"/>
                  <a:gd name="T17" fmla="*/ 0 h 41"/>
                  <a:gd name="T18" fmla="*/ 14 w 27"/>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41"/>
                  <a:gd name="T32" fmla="*/ 27 w 27"/>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41">
                    <a:moveTo>
                      <a:pt x="14" y="0"/>
                    </a:moveTo>
                    <a:lnTo>
                      <a:pt x="14" y="0"/>
                    </a:lnTo>
                    <a:lnTo>
                      <a:pt x="27" y="14"/>
                    </a:lnTo>
                    <a:lnTo>
                      <a:pt x="27" y="27"/>
                    </a:lnTo>
                    <a:lnTo>
                      <a:pt x="14" y="41"/>
                    </a:lnTo>
                    <a:lnTo>
                      <a:pt x="0" y="27"/>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2215"/>
              </a:p>
            </p:txBody>
          </p:sp>
          <p:pic>
            <p:nvPicPr>
              <p:cNvPr id="36224" name="Picture 82">
                <a:extLst>
                  <a:ext uri="{FF2B5EF4-FFF2-40B4-BE49-F238E27FC236}">
                    <a16:creationId xmlns:a16="http://schemas.microsoft.com/office/drawing/2014/main" id="{847C3CFA-A83B-4DF7-850D-2CB772FDAE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3" y="1933"/>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25" name="Line 83">
                <a:extLst>
                  <a:ext uri="{FF2B5EF4-FFF2-40B4-BE49-F238E27FC236}">
                    <a16:creationId xmlns:a16="http://schemas.microsoft.com/office/drawing/2014/main" id="{FB392D2C-D9CD-4C92-871E-8F08F43A5989}"/>
                  </a:ext>
                </a:extLst>
              </p:cNvPr>
              <p:cNvSpPr>
                <a:spLocks noChangeShapeType="1"/>
              </p:cNvSpPr>
              <p:nvPr/>
            </p:nvSpPr>
            <p:spPr bwMode="auto">
              <a:xfrm>
                <a:off x="1284" y="2058"/>
                <a:ext cx="1" cy="13"/>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26" name="Line 84">
                <a:extLst>
                  <a:ext uri="{FF2B5EF4-FFF2-40B4-BE49-F238E27FC236}">
                    <a16:creationId xmlns:a16="http://schemas.microsoft.com/office/drawing/2014/main" id="{54755FA1-C5F1-4CDF-9144-302B9237E311}"/>
                  </a:ext>
                </a:extLst>
              </p:cNvPr>
              <p:cNvSpPr>
                <a:spLocks noChangeShapeType="1"/>
              </p:cNvSpPr>
              <p:nvPr/>
            </p:nvSpPr>
            <p:spPr bwMode="auto">
              <a:xfrm>
                <a:off x="1298" y="2058"/>
                <a:ext cx="1" cy="13"/>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27" name="Line 85">
                <a:extLst>
                  <a:ext uri="{FF2B5EF4-FFF2-40B4-BE49-F238E27FC236}">
                    <a16:creationId xmlns:a16="http://schemas.microsoft.com/office/drawing/2014/main" id="{F4CBDF09-BB6C-41B3-BD0B-74BF36E74C5E}"/>
                  </a:ext>
                </a:extLst>
              </p:cNvPr>
              <p:cNvSpPr>
                <a:spLocks noChangeShapeType="1"/>
              </p:cNvSpPr>
              <p:nvPr/>
            </p:nvSpPr>
            <p:spPr bwMode="auto">
              <a:xfrm>
                <a:off x="1298" y="2058"/>
                <a:ext cx="1" cy="13"/>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28" name="Rectangle 86">
                <a:extLst>
                  <a:ext uri="{FF2B5EF4-FFF2-40B4-BE49-F238E27FC236}">
                    <a16:creationId xmlns:a16="http://schemas.microsoft.com/office/drawing/2014/main" id="{80AF6283-8257-4711-9354-1DBF7B7A2DCE}"/>
                  </a:ext>
                </a:extLst>
              </p:cNvPr>
              <p:cNvSpPr>
                <a:spLocks noChangeArrowheads="1"/>
              </p:cNvSpPr>
              <p:nvPr/>
            </p:nvSpPr>
            <p:spPr bwMode="auto">
              <a:xfrm>
                <a:off x="1160" y="1989"/>
                <a:ext cx="96" cy="13"/>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29" name="Freeform 87">
                <a:extLst>
                  <a:ext uri="{FF2B5EF4-FFF2-40B4-BE49-F238E27FC236}">
                    <a16:creationId xmlns:a16="http://schemas.microsoft.com/office/drawing/2014/main" id="{659F3B41-3309-424F-A05D-C2B4DAA9AC38}"/>
                  </a:ext>
                </a:extLst>
              </p:cNvPr>
              <p:cNvSpPr>
                <a:spLocks/>
              </p:cNvSpPr>
              <p:nvPr/>
            </p:nvSpPr>
            <p:spPr bwMode="auto">
              <a:xfrm>
                <a:off x="1146" y="2002"/>
                <a:ext cx="124" cy="28"/>
              </a:xfrm>
              <a:custGeom>
                <a:avLst/>
                <a:gdLst>
                  <a:gd name="T0" fmla="*/ 14 w 124"/>
                  <a:gd name="T1" fmla="*/ 0 h 28"/>
                  <a:gd name="T2" fmla="*/ 0 w 124"/>
                  <a:gd name="T3" fmla="*/ 28 h 28"/>
                  <a:gd name="T4" fmla="*/ 124 w 124"/>
                  <a:gd name="T5" fmla="*/ 28 h 28"/>
                  <a:gd name="T6" fmla="*/ 110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10"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230" name="Line 88">
                <a:extLst>
                  <a:ext uri="{FF2B5EF4-FFF2-40B4-BE49-F238E27FC236}">
                    <a16:creationId xmlns:a16="http://schemas.microsoft.com/office/drawing/2014/main" id="{075A6191-0D48-412C-B178-8B25BC7A38FF}"/>
                  </a:ext>
                </a:extLst>
              </p:cNvPr>
              <p:cNvSpPr>
                <a:spLocks noChangeShapeType="1"/>
              </p:cNvSpPr>
              <p:nvPr/>
            </p:nvSpPr>
            <p:spPr bwMode="auto">
              <a:xfrm>
                <a:off x="1160" y="2016"/>
                <a:ext cx="1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31" name="Line 89">
                <a:extLst>
                  <a:ext uri="{FF2B5EF4-FFF2-40B4-BE49-F238E27FC236}">
                    <a16:creationId xmlns:a16="http://schemas.microsoft.com/office/drawing/2014/main" id="{21039F92-87BC-40AB-8843-57466C5D2FC1}"/>
                  </a:ext>
                </a:extLst>
              </p:cNvPr>
              <p:cNvSpPr>
                <a:spLocks noChangeShapeType="1"/>
              </p:cNvSpPr>
              <p:nvPr/>
            </p:nvSpPr>
            <p:spPr bwMode="auto">
              <a:xfrm>
                <a:off x="1160" y="2002"/>
                <a:ext cx="9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32" name="Line 90">
                <a:extLst>
                  <a:ext uri="{FF2B5EF4-FFF2-40B4-BE49-F238E27FC236}">
                    <a16:creationId xmlns:a16="http://schemas.microsoft.com/office/drawing/2014/main" id="{4442D3CC-E127-4787-BEA9-E9ED313B2EBD}"/>
                  </a:ext>
                </a:extLst>
              </p:cNvPr>
              <p:cNvSpPr>
                <a:spLocks noChangeShapeType="1"/>
              </p:cNvSpPr>
              <p:nvPr/>
            </p:nvSpPr>
            <p:spPr bwMode="auto">
              <a:xfrm>
                <a:off x="1160" y="201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33" name="Line 91">
                <a:extLst>
                  <a:ext uri="{FF2B5EF4-FFF2-40B4-BE49-F238E27FC236}">
                    <a16:creationId xmlns:a16="http://schemas.microsoft.com/office/drawing/2014/main" id="{A944DB8A-7471-400D-BF79-449AA7A16340}"/>
                  </a:ext>
                </a:extLst>
              </p:cNvPr>
              <p:cNvSpPr>
                <a:spLocks noChangeShapeType="1"/>
              </p:cNvSpPr>
              <p:nvPr/>
            </p:nvSpPr>
            <p:spPr bwMode="auto">
              <a:xfrm>
                <a:off x="1187" y="201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34" name="Line 92">
                <a:extLst>
                  <a:ext uri="{FF2B5EF4-FFF2-40B4-BE49-F238E27FC236}">
                    <a16:creationId xmlns:a16="http://schemas.microsoft.com/office/drawing/2014/main" id="{0CAE1896-CC11-4CFF-8681-B190159295BA}"/>
                  </a:ext>
                </a:extLst>
              </p:cNvPr>
              <p:cNvSpPr>
                <a:spLocks noChangeShapeType="1"/>
              </p:cNvSpPr>
              <p:nvPr/>
            </p:nvSpPr>
            <p:spPr bwMode="auto">
              <a:xfrm>
                <a:off x="1229" y="2016"/>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35" name="Line 93">
                <a:extLst>
                  <a:ext uri="{FF2B5EF4-FFF2-40B4-BE49-F238E27FC236}">
                    <a16:creationId xmlns:a16="http://schemas.microsoft.com/office/drawing/2014/main" id="{05CF6A66-87F6-4DD5-B858-821FC6EE40BA}"/>
                  </a:ext>
                </a:extLst>
              </p:cNvPr>
              <p:cNvSpPr>
                <a:spLocks noChangeShapeType="1"/>
              </p:cNvSpPr>
              <p:nvPr/>
            </p:nvSpPr>
            <p:spPr bwMode="auto">
              <a:xfrm>
                <a:off x="1242" y="2016"/>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36" name="Rectangle 94">
                <a:extLst>
                  <a:ext uri="{FF2B5EF4-FFF2-40B4-BE49-F238E27FC236}">
                    <a16:creationId xmlns:a16="http://schemas.microsoft.com/office/drawing/2014/main" id="{D9F344CE-1622-463B-BB98-ADA94C75C56F}"/>
                  </a:ext>
                </a:extLst>
              </p:cNvPr>
              <p:cNvSpPr>
                <a:spLocks noChangeArrowheads="1"/>
              </p:cNvSpPr>
              <p:nvPr/>
            </p:nvSpPr>
            <p:spPr bwMode="auto">
              <a:xfrm>
                <a:off x="1201" y="1906"/>
                <a:ext cx="2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37" name="Rectangle 95">
                <a:extLst>
                  <a:ext uri="{FF2B5EF4-FFF2-40B4-BE49-F238E27FC236}">
                    <a16:creationId xmlns:a16="http://schemas.microsoft.com/office/drawing/2014/main" id="{7095F6A7-1DF8-4976-AE7A-D70C66DC2778}"/>
                  </a:ext>
                </a:extLst>
              </p:cNvPr>
              <p:cNvSpPr>
                <a:spLocks noChangeArrowheads="1"/>
              </p:cNvSpPr>
              <p:nvPr/>
            </p:nvSpPr>
            <p:spPr bwMode="auto">
              <a:xfrm>
                <a:off x="1201" y="1906"/>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38" name="Freeform 96">
                <a:extLst>
                  <a:ext uri="{FF2B5EF4-FFF2-40B4-BE49-F238E27FC236}">
                    <a16:creationId xmlns:a16="http://schemas.microsoft.com/office/drawing/2014/main" id="{E4A45301-9FC2-4E0B-BFC2-22D94710CFCA}"/>
                  </a:ext>
                </a:extLst>
              </p:cNvPr>
              <p:cNvSpPr>
                <a:spLocks/>
              </p:cNvSpPr>
              <p:nvPr/>
            </p:nvSpPr>
            <p:spPr bwMode="auto">
              <a:xfrm>
                <a:off x="980" y="2071"/>
                <a:ext cx="56" cy="69"/>
              </a:xfrm>
              <a:custGeom>
                <a:avLst/>
                <a:gdLst>
                  <a:gd name="T0" fmla="*/ 0 w 56"/>
                  <a:gd name="T1" fmla="*/ 0 h 69"/>
                  <a:gd name="T2" fmla="*/ 42 w 56"/>
                  <a:gd name="T3" fmla="*/ 14 h 69"/>
                  <a:gd name="T4" fmla="*/ 56 w 56"/>
                  <a:gd name="T5" fmla="*/ 69 h 69"/>
                  <a:gd name="T6" fmla="*/ 0 60000 65536"/>
                  <a:gd name="T7" fmla="*/ 0 60000 65536"/>
                  <a:gd name="T8" fmla="*/ 0 60000 65536"/>
                  <a:gd name="T9" fmla="*/ 0 w 56"/>
                  <a:gd name="T10" fmla="*/ 0 h 69"/>
                  <a:gd name="T11" fmla="*/ 56 w 56"/>
                  <a:gd name="T12" fmla="*/ 69 h 69"/>
                </a:gdLst>
                <a:ahLst/>
                <a:cxnLst>
                  <a:cxn ang="T6">
                    <a:pos x="T0" y="T1"/>
                  </a:cxn>
                  <a:cxn ang="T7">
                    <a:pos x="T2" y="T3"/>
                  </a:cxn>
                  <a:cxn ang="T8">
                    <a:pos x="T4" y="T5"/>
                  </a:cxn>
                </a:cxnLst>
                <a:rect l="T9" t="T10" r="T11" b="T12"/>
                <a:pathLst>
                  <a:path w="56" h="69">
                    <a:moveTo>
                      <a:pt x="0" y="0"/>
                    </a:moveTo>
                    <a:lnTo>
                      <a:pt x="42" y="14"/>
                    </a:lnTo>
                    <a:lnTo>
                      <a:pt x="56"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239" name="AutoShape 97">
                <a:extLst>
                  <a:ext uri="{FF2B5EF4-FFF2-40B4-BE49-F238E27FC236}">
                    <a16:creationId xmlns:a16="http://schemas.microsoft.com/office/drawing/2014/main" id="{E803A01C-6B6B-448C-A7A4-AA47CBD9D7BE}"/>
                  </a:ext>
                </a:extLst>
              </p:cNvPr>
              <p:cNvSpPr>
                <a:spLocks noChangeArrowheads="1"/>
              </p:cNvSpPr>
              <p:nvPr/>
            </p:nvSpPr>
            <p:spPr bwMode="auto">
              <a:xfrm>
                <a:off x="884" y="1989"/>
                <a:ext cx="110" cy="82"/>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40" name="AutoShape 98">
                <a:extLst>
                  <a:ext uri="{FF2B5EF4-FFF2-40B4-BE49-F238E27FC236}">
                    <a16:creationId xmlns:a16="http://schemas.microsoft.com/office/drawing/2014/main" id="{AB92443F-2132-4B6D-939D-D8C0FE332736}"/>
                  </a:ext>
                </a:extLst>
              </p:cNvPr>
              <p:cNvSpPr>
                <a:spLocks noChangeArrowheads="1"/>
              </p:cNvSpPr>
              <p:nvPr/>
            </p:nvSpPr>
            <p:spPr bwMode="auto">
              <a:xfrm>
                <a:off x="870" y="1975"/>
                <a:ext cx="138" cy="110"/>
              </a:xfrm>
              <a:prstGeom prst="roundRect">
                <a:avLst>
                  <a:gd name="adj" fmla="val 40454"/>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41" name="Rectangle 99">
                <a:extLst>
                  <a:ext uri="{FF2B5EF4-FFF2-40B4-BE49-F238E27FC236}">
                    <a16:creationId xmlns:a16="http://schemas.microsoft.com/office/drawing/2014/main" id="{78731954-B5CE-4503-B455-AC30EEF1B737}"/>
                  </a:ext>
                </a:extLst>
              </p:cNvPr>
              <p:cNvSpPr>
                <a:spLocks noChangeArrowheads="1"/>
              </p:cNvSpPr>
              <p:nvPr/>
            </p:nvSpPr>
            <p:spPr bwMode="auto">
              <a:xfrm>
                <a:off x="898" y="2002"/>
                <a:ext cx="82"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42" name="Rectangle 100">
                <a:extLst>
                  <a:ext uri="{FF2B5EF4-FFF2-40B4-BE49-F238E27FC236}">
                    <a16:creationId xmlns:a16="http://schemas.microsoft.com/office/drawing/2014/main" id="{3CDDC880-6A86-47F2-9C30-079848D6BC7B}"/>
                  </a:ext>
                </a:extLst>
              </p:cNvPr>
              <p:cNvSpPr>
                <a:spLocks noChangeArrowheads="1"/>
              </p:cNvSpPr>
              <p:nvPr/>
            </p:nvSpPr>
            <p:spPr bwMode="auto">
              <a:xfrm>
                <a:off x="898" y="2002"/>
                <a:ext cx="96" cy="56"/>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43" name="Freeform 101">
                <a:extLst>
                  <a:ext uri="{FF2B5EF4-FFF2-40B4-BE49-F238E27FC236}">
                    <a16:creationId xmlns:a16="http://schemas.microsoft.com/office/drawing/2014/main" id="{A8EEB657-B67D-4F90-82AB-0B4F4BC7FF8A}"/>
                  </a:ext>
                </a:extLst>
              </p:cNvPr>
              <p:cNvSpPr>
                <a:spLocks/>
              </p:cNvSpPr>
              <p:nvPr/>
            </p:nvSpPr>
            <p:spPr bwMode="auto">
              <a:xfrm>
                <a:off x="1022" y="2127"/>
                <a:ext cx="14" cy="41"/>
              </a:xfrm>
              <a:custGeom>
                <a:avLst/>
                <a:gdLst>
                  <a:gd name="T0" fmla="*/ 0 w 14"/>
                  <a:gd name="T1" fmla="*/ 0 h 41"/>
                  <a:gd name="T2" fmla="*/ 14 w 14"/>
                  <a:gd name="T3" fmla="*/ 0 h 41"/>
                  <a:gd name="T4" fmla="*/ 14 w 14"/>
                  <a:gd name="T5" fmla="*/ 13 h 41"/>
                  <a:gd name="T6" fmla="*/ 14 w 14"/>
                  <a:gd name="T7" fmla="*/ 27 h 41"/>
                  <a:gd name="T8" fmla="*/ 14 w 14"/>
                  <a:gd name="T9" fmla="*/ 41 h 41"/>
                  <a:gd name="T10" fmla="*/ 0 w 14"/>
                  <a:gd name="T11" fmla="*/ 41 h 41"/>
                  <a:gd name="T12" fmla="*/ 0 w 14"/>
                  <a:gd name="T13" fmla="*/ 27 h 41"/>
                  <a:gd name="T14" fmla="*/ 0 w 14"/>
                  <a:gd name="T15" fmla="*/ 13 h 41"/>
                  <a:gd name="T16" fmla="*/ 0 w 14"/>
                  <a:gd name="T17" fmla="*/ 0 h 41"/>
                  <a:gd name="T18" fmla="*/ 0 w 14"/>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41"/>
                  <a:gd name="T32" fmla="*/ 14 w 14"/>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41">
                    <a:moveTo>
                      <a:pt x="0" y="0"/>
                    </a:moveTo>
                    <a:lnTo>
                      <a:pt x="14" y="0"/>
                    </a:lnTo>
                    <a:lnTo>
                      <a:pt x="14" y="13"/>
                    </a:lnTo>
                    <a:lnTo>
                      <a:pt x="14" y="27"/>
                    </a:lnTo>
                    <a:lnTo>
                      <a:pt x="14" y="41"/>
                    </a:lnTo>
                    <a:lnTo>
                      <a:pt x="0" y="41"/>
                    </a:lnTo>
                    <a:lnTo>
                      <a:pt x="0" y="27"/>
                    </a:lnTo>
                    <a:lnTo>
                      <a:pt x="0" y="13"/>
                    </a:lnTo>
                    <a:lnTo>
                      <a:pt x="0" y="0"/>
                    </a:lnTo>
                    <a:close/>
                  </a:path>
                </a:pathLst>
              </a:custGeom>
              <a:solidFill>
                <a:srgbClr val="999999"/>
              </a:solidFill>
              <a:ln w="31750">
                <a:solidFill>
                  <a:srgbClr val="999999"/>
                </a:solidFill>
                <a:prstDash val="solid"/>
                <a:round/>
                <a:headEnd/>
                <a:tailEnd/>
              </a:ln>
            </p:spPr>
            <p:txBody>
              <a:bodyPr/>
              <a:lstStyle/>
              <a:p>
                <a:endParaRPr lang="en-US" sz="2215"/>
              </a:p>
            </p:txBody>
          </p:sp>
          <p:pic>
            <p:nvPicPr>
              <p:cNvPr id="36244" name="Picture 102">
                <a:extLst>
                  <a:ext uri="{FF2B5EF4-FFF2-40B4-BE49-F238E27FC236}">
                    <a16:creationId xmlns:a16="http://schemas.microsoft.com/office/drawing/2014/main" id="{B283B770-BBFE-47E5-B380-C46063C86E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 y="2016"/>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45" name="Line 103">
                <a:extLst>
                  <a:ext uri="{FF2B5EF4-FFF2-40B4-BE49-F238E27FC236}">
                    <a16:creationId xmlns:a16="http://schemas.microsoft.com/office/drawing/2014/main" id="{9D4541C7-3D95-478D-BEA4-395789BB8F4F}"/>
                  </a:ext>
                </a:extLst>
              </p:cNvPr>
              <p:cNvSpPr>
                <a:spLocks noChangeShapeType="1"/>
              </p:cNvSpPr>
              <p:nvPr/>
            </p:nvSpPr>
            <p:spPr bwMode="auto">
              <a:xfrm>
                <a:off x="1022" y="2140"/>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46" name="Line 104">
                <a:extLst>
                  <a:ext uri="{FF2B5EF4-FFF2-40B4-BE49-F238E27FC236}">
                    <a16:creationId xmlns:a16="http://schemas.microsoft.com/office/drawing/2014/main" id="{C651FFDC-4A66-449F-937C-9F0A283BFFB3}"/>
                  </a:ext>
                </a:extLst>
              </p:cNvPr>
              <p:cNvSpPr>
                <a:spLocks noChangeShapeType="1"/>
              </p:cNvSpPr>
              <p:nvPr/>
            </p:nvSpPr>
            <p:spPr bwMode="auto">
              <a:xfrm>
                <a:off x="1022" y="2140"/>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47" name="Line 105">
                <a:extLst>
                  <a:ext uri="{FF2B5EF4-FFF2-40B4-BE49-F238E27FC236}">
                    <a16:creationId xmlns:a16="http://schemas.microsoft.com/office/drawing/2014/main" id="{A4FB9949-6C48-477A-B241-1BBD471D7640}"/>
                  </a:ext>
                </a:extLst>
              </p:cNvPr>
              <p:cNvSpPr>
                <a:spLocks noChangeShapeType="1"/>
              </p:cNvSpPr>
              <p:nvPr/>
            </p:nvSpPr>
            <p:spPr bwMode="auto">
              <a:xfrm>
                <a:off x="1036" y="2140"/>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48" name="Rectangle 106">
                <a:extLst>
                  <a:ext uri="{FF2B5EF4-FFF2-40B4-BE49-F238E27FC236}">
                    <a16:creationId xmlns:a16="http://schemas.microsoft.com/office/drawing/2014/main" id="{0B9D793D-9061-49B0-B2F1-68C66A7E38C8}"/>
                  </a:ext>
                </a:extLst>
              </p:cNvPr>
              <p:cNvSpPr>
                <a:spLocks noChangeArrowheads="1"/>
              </p:cNvSpPr>
              <p:nvPr/>
            </p:nvSpPr>
            <p:spPr bwMode="auto">
              <a:xfrm>
                <a:off x="884" y="2071"/>
                <a:ext cx="110" cy="14"/>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49" name="Freeform 107">
                <a:extLst>
                  <a:ext uri="{FF2B5EF4-FFF2-40B4-BE49-F238E27FC236}">
                    <a16:creationId xmlns:a16="http://schemas.microsoft.com/office/drawing/2014/main" id="{9FC37187-69AA-4679-8CB4-103FD5C9D4A3}"/>
                  </a:ext>
                </a:extLst>
              </p:cNvPr>
              <p:cNvSpPr>
                <a:spLocks/>
              </p:cNvSpPr>
              <p:nvPr/>
            </p:nvSpPr>
            <p:spPr bwMode="auto">
              <a:xfrm>
                <a:off x="870" y="2085"/>
                <a:ext cx="138" cy="28"/>
              </a:xfrm>
              <a:custGeom>
                <a:avLst/>
                <a:gdLst>
                  <a:gd name="T0" fmla="*/ 14 w 138"/>
                  <a:gd name="T1" fmla="*/ 0 h 28"/>
                  <a:gd name="T2" fmla="*/ 0 w 138"/>
                  <a:gd name="T3" fmla="*/ 28 h 28"/>
                  <a:gd name="T4" fmla="*/ 138 w 138"/>
                  <a:gd name="T5" fmla="*/ 28 h 28"/>
                  <a:gd name="T6" fmla="*/ 124 w 138"/>
                  <a:gd name="T7" fmla="*/ 0 h 28"/>
                  <a:gd name="T8" fmla="*/ 14 w 138"/>
                  <a:gd name="T9" fmla="*/ 0 h 28"/>
                  <a:gd name="T10" fmla="*/ 0 60000 65536"/>
                  <a:gd name="T11" fmla="*/ 0 60000 65536"/>
                  <a:gd name="T12" fmla="*/ 0 60000 65536"/>
                  <a:gd name="T13" fmla="*/ 0 60000 65536"/>
                  <a:gd name="T14" fmla="*/ 0 60000 65536"/>
                  <a:gd name="T15" fmla="*/ 0 w 138"/>
                  <a:gd name="T16" fmla="*/ 0 h 28"/>
                  <a:gd name="T17" fmla="*/ 138 w 138"/>
                  <a:gd name="T18" fmla="*/ 28 h 28"/>
                </a:gdLst>
                <a:ahLst/>
                <a:cxnLst>
                  <a:cxn ang="T10">
                    <a:pos x="T0" y="T1"/>
                  </a:cxn>
                  <a:cxn ang="T11">
                    <a:pos x="T2" y="T3"/>
                  </a:cxn>
                  <a:cxn ang="T12">
                    <a:pos x="T4" y="T5"/>
                  </a:cxn>
                  <a:cxn ang="T13">
                    <a:pos x="T6" y="T7"/>
                  </a:cxn>
                  <a:cxn ang="T14">
                    <a:pos x="T8" y="T9"/>
                  </a:cxn>
                </a:cxnLst>
                <a:rect l="T15" t="T16" r="T17" b="T18"/>
                <a:pathLst>
                  <a:path w="138" h="28">
                    <a:moveTo>
                      <a:pt x="14" y="0"/>
                    </a:moveTo>
                    <a:lnTo>
                      <a:pt x="0" y="28"/>
                    </a:lnTo>
                    <a:lnTo>
                      <a:pt x="138"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250" name="Line 108">
                <a:extLst>
                  <a:ext uri="{FF2B5EF4-FFF2-40B4-BE49-F238E27FC236}">
                    <a16:creationId xmlns:a16="http://schemas.microsoft.com/office/drawing/2014/main" id="{FA17EEB2-55F1-44B4-B131-2F1B1BF63D1D}"/>
                  </a:ext>
                </a:extLst>
              </p:cNvPr>
              <p:cNvSpPr>
                <a:spLocks noChangeShapeType="1"/>
              </p:cNvSpPr>
              <p:nvPr/>
            </p:nvSpPr>
            <p:spPr bwMode="auto">
              <a:xfrm>
                <a:off x="884" y="2099"/>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51" name="Line 109">
                <a:extLst>
                  <a:ext uri="{FF2B5EF4-FFF2-40B4-BE49-F238E27FC236}">
                    <a16:creationId xmlns:a16="http://schemas.microsoft.com/office/drawing/2014/main" id="{3311B7D1-CB3C-4AF6-8507-57CB7A155FC9}"/>
                  </a:ext>
                </a:extLst>
              </p:cNvPr>
              <p:cNvSpPr>
                <a:spLocks noChangeShapeType="1"/>
              </p:cNvSpPr>
              <p:nvPr/>
            </p:nvSpPr>
            <p:spPr bwMode="auto">
              <a:xfrm>
                <a:off x="898" y="2085"/>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52" name="Line 110">
                <a:extLst>
                  <a:ext uri="{FF2B5EF4-FFF2-40B4-BE49-F238E27FC236}">
                    <a16:creationId xmlns:a16="http://schemas.microsoft.com/office/drawing/2014/main" id="{976DBC7F-880F-419E-BC57-429DAD0A7845}"/>
                  </a:ext>
                </a:extLst>
              </p:cNvPr>
              <p:cNvSpPr>
                <a:spLocks noChangeShapeType="1"/>
              </p:cNvSpPr>
              <p:nvPr/>
            </p:nvSpPr>
            <p:spPr bwMode="auto">
              <a:xfrm>
                <a:off x="884" y="2099"/>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53" name="Freeform 111">
                <a:extLst>
                  <a:ext uri="{FF2B5EF4-FFF2-40B4-BE49-F238E27FC236}">
                    <a16:creationId xmlns:a16="http://schemas.microsoft.com/office/drawing/2014/main" id="{BBCEADAA-032C-4F2E-BCA1-1A370A1C8BF6}"/>
                  </a:ext>
                </a:extLst>
              </p:cNvPr>
              <p:cNvSpPr>
                <a:spLocks/>
              </p:cNvSpPr>
              <p:nvPr/>
            </p:nvSpPr>
            <p:spPr bwMode="auto">
              <a:xfrm>
                <a:off x="925" y="2099"/>
                <a:ext cx="69" cy="1"/>
              </a:xfrm>
              <a:custGeom>
                <a:avLst/>
                <a:gdLst>
                  <a:gd name="T0" fmla="*/ 0 w 69"/>
                  <a:gd name="T1" fmla="*/ 0 h 1"/>
                  <a:gd name="T2" fmla="*/ 42 w 69"/>
                  <a:gd name="T3" fmla="*/ 0 h 1"/>
                  <a:gd name="T4" fmla="*/ 69 w 69"/>
                  <a:gd name="T5" fmla="*/ 0 h 1"/>
                  <a:gd name="T6" fmla="*/ 0 60000 65536"/>
                  <a:gd name="T7" fmla="*/ 0 60000 65536"/>
                  <a:gd name="T8" fmla="*/ 0 60000 65536"/>
                  <a:gd name="T9" fmla="*/ 0 w 69"/>
                  <a:gd name="T10" fmla="*/ 0 h 1"/>
                  <a:gd name="T11" fmla="*/ 69 w 69"/>
                  <a:gd name="T12" fmla="*/ 1 h 1"/>
                </a:gdLst>
                <a:ahLst/>
                <a:cxnLst>
                  <a:cxn ang="T6">
                    <a:pos x="T0" y="T1"/>
                  </a:cxn>
                  <a:cxn ang="T7">
                    <a:pos x="T2" y="T3"/>
                  </a:cxn>
                  <a:cxn ang="T8">
                    <a:pos x="T4" y="T5"/>
                  </a:cxn>
                </a:cxnLst>
                <a:rect l="T9" t="T10" r="T11" b="T12"/>
                <a:pathLst>
                  <a:path w="69" h="1">
                    <a:moveTo>
                      <a:pt x="0" y="0"/>
                    </a:moveTo>
                    <a:lnTo>
                      <a:pt x="42" y="0"/>
                    </a:lnTo>
                    <a:lnTo>
                      <a:pt x="69"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254" name="Line 112">
                <a:extLst>
                  <a:ext uri="{FF2B5EF4-FFF2-40B4-BE49-F238E27FC236}">
                    <a16:creationId xmlns:a16="http://schemas.microsoft.com/office/drawing/2014/main" id="{37687FCA-3195-47BC-870A-83DB73FFEA82}"/>
                  </a:ext>
                </a:extLst>
              </p:cNvPr>
              <p:cNvSpPr>
                <a:spLocks noChangeShapeType="1"/>
              </p:cNvSpPr>
              <p:nvPr/>
            </p:nvSpPr>
            <p:spPr bwMode="auto">
              <a:xfrm>
                <a:off x="980" y="2099"/>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55" name="Rectangle 113">
                <a:extLst>
                  <a:ext uri="{FF2B5EF4-FFF2-40B4-BE49-F238E27FC236}">
                    <a16:creationId xmlns:a16="http://schemas.microsoft.com/office/drawing/2014/main" id="{E85EF3A2-7172-41D2-99E9-895BE90BE2D6}"/>
                  </a:ext>
                </a:extLst>
              </p:cNvPr>
              <p:cNvSpPr>
                <a:spLocks noChangeArrowheads="1"/>
              </p:cNvSpPr>
              <p:nvPr/>
            </p:nvSpPr>
            <p:spPr bwMode="auto">
              <a:xfrm>
                <a:off x="939" y="1989"/>
                <a:ext cx="2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56" name="Rectangle 114">
                <a:extLst>
                  <a:ext uri="{FF2B5EF4-FFF2-40B4-BE49-F238E27FC236}">
                    <a16:creationId xmlns:a16="http://schemas.microsoft.com/office/drawing/2014/main" id="{A25F6D2D-F0F5-42EF-955A-70CC6E173DBB}"/>
                  </a:ext>
                </a:extLst>
              </p:cNvPr>
              <p:cNvSpPr>
                <a:spLocks noChangeArrowheads="1"/>
              </p:cNvSpPr>
              <p:nvPr/>
            </p:nvSpPr>
            <p:spPr bwMode="auto">
              <a:xfrm>
                <a:off x="939" y="1989"/>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57" name="Freeform 115">
                <a:extLst>
                  <a:ext uri="{FF2B5EF4-FFF2-40B4-BE49-F238E27FC236}">
                    <a16:creationId xmlns:a16="http://schemas.microsoft.com/office/drawing/2014/main" id="{D7F0A078-D6C0-4D5A-B47E-F675ED5EC009}"/>
                  </a:ext>
                </a:extLst>
              </p:cNvPr>
              <p:cNvSpPr>
                <a:spLocks/>
              </p:cNvSpPr>
              <p:nvPr/>
            </p:nvSpPr>
            <p:spPr bwMode="auto">
              <a:xfrm>
                <a:off x="2484" y="1244"/>
                <a:ext cx="42" cy="55"/>
              </a:xfrm>
              <a:custGeom>
                <a:avLst/>
                <a:gdLst>
                  <a:gd name="T0" fmla="*/ 0 w 42"/>
                  <a:gd name="T1" fmla="*/ 0 h 55"/>
                  <a:gd name="T2" fmla="*/ 42 w 42"/>
                  <a:gd name="T3" fmla="*/ 0 h 55"/>
                  <a:gd name="T4" fmla="*/ 42 w 42"/>
                  <a:gd name="T5" fmla="*/ 55 h 55"/>
                  <a:gd name="T6" fmla="*/ 0 60000 65536"/>
                  <a:gd name="T7" fmla="*/ 0 60000 65536"/>
                  <a:gd name="T8" fmla="*/ 0 60000 65536"/>
                  <a:gd name="T9" fmla="*/ 0 w 42"/>
                  <a:gd name="T10" fmla="*/ 0 h 55"/>
                  <a:gd name="T11" fmla="*/ 42 w 42"/>
                  <a:gd name="T12" fmla="*/ 55 h 55"/>
                </a:gdLst>
                <a:ahLst/>
                <a:cxnLst>
                  <a:cxn ang="T6">
                    <a:pos x="T0" y="T1"/>
                  </a:cxn>
                  <a:cxn ang="T7">
                    <a:pos x="T2" y="T3"/>
                  </a:cxn>
                  <a:cxn ang="T8">
                    <a:pos x="T4" y="T5"/>
                  </a:cxn>
                </a:cxnLst>
                <a:rect l="T9" t="T10" r="T11" b="T12"/>
                <a:pathLst>
                  <a:path w="42" h="55">
                    <a:moveTo>
                      <a:pt x="0" y="0"/>
                    </a:moveTo>
                    <a:lnTo>
                      <a:pt x="42" y="0"/>
                    </a:lnTo>
                    <a:lnTo>
                      <a:pt x="42" y="55"/>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258" name="AutoShape 116">
                <a:extLst>
                  <a:ext uri="{FF2B5EF4-FFF2-40B4-BE49-F238E27FC236}">
                    <a16:creationId xmlns:a16="http://schemas.microsoft.com/office/drawing/2014/main" id="{FDDF4534-59B6-423D-B12C-C0F03125C381}"/>
                  </a:ext>
                </a:extLst>
              </p:cNvPr>
              <p:cNvSpPr>
                <a:spLocks noChangeArrowheads="1"/>
              </p:cNvSpPr>
              <p:nvPr/>
            </p:nvSpPr>
            <p:spPr bwMode="auto">
              <a:xfrm>
                <a:off x="2388" y="1147"/>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59" name="AutoShape 117">
                <a:extLst>
                  <a:ext uri="{FF2B5EF4-FFF2-40B4-BE49-F238E27FC236}">
                    <a16:creationId xmlns:a16="http://schemas.microsoft.com/office/drawing/2014/main" id="{C6CC998C-9D61-4CF2-9481-4EC12DB6C23A}"/>
                  </a:ext>
                </a:extLst>
              </p:cNvPr>
              <p:cNvSpPr>
                <a:spLocks noChangeArrowheads="1"/>
              </p:cNvSpPr>
              <p:nvPr/>
            </p:nvSpPr>
            <p:spPr bwMode="auto">
              <a:xfrm>
                <a:off x="2374" y="1133"/>
                <a:ext cx="138" cy="111"/>
              </a:xfrm>
              <a:prstGeom prst="roundRect">
                <a:avLst>
                  <a:gd name="adj" fmla="val 40088"/>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60" name="Rectangle 118">
                <a:extLst>
                  <a:ext uri="{FF2B5EF4-FFF2-40B4-BE49-F238E27FC236}">
                    <a16:creationId xmlns:a16="http://schemas.microsoft.com/office/drawing/2014/main" id="{86B959B6-DEB8-40A8-AC35-BC5792A998DA}"/>
                  </a:ext>
                </a:extLst>
              </p:cNvPr>
              <p:cNvSpPr>
                <a:spLocks noChangeArrowheads="1"/>
              </p:cNvSpPr>
              <p:nvPr/>
            </p:nvSpPr>
            <p:spPr bwMode="auto">
              <a:xfrm>
                <a:off x="2401" y="1175"/>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61" name="Rectangle 119">
                <a:extLst>
                  <a:ext uri="{FF2B5EF4-FFF2-40B4-BE49-F238E27FC236}">
                    <a16:creationId xmlns:a16="http://schemas.microsoft.com/office/drawing/2014/main" id="{2BADBCDD-3600-49F2-AFDE-D11CD4590B30}"/>
                  </a:ext>
                </a:extLst>
              </p:cNvPr>
              <p:cNvSpPr>
                <a:spLocks noChangeArrowheads="1"/>
              </p:cNvSpPr>
              <p:nvPr/>
            </p:nvSpPr>
            <p:spPr bwMode="auto">
              <a:xfrm>
                <a:off x="2401" y="1175"/>
                <a:ext cx="97"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62" name="Freeform 120">
                <a:extLst>
                  <a:ext uri="{FF2B5EF4-FFF2-40B4-BE49-F238E27FC236}">
                    <a16:creationId xmlns:a16="http://schemas.microsoft.com/office/drawing/2014/main" id="{D41394DB-3AF4-47A1-8B97-4D41F0479ED7}"/>
                  </a:ext>
                </a:extLst>
              </p:cNvPr>
              <p:cNvSpPr>
                <a:spLocks/>
              </p:cNvSpPr>
              <p:nvPr/>
            </p:nvSpPr>
            <p:spPr bwMode="auto">
              <a:xfrm>
                <a:off x="2512" y="1299"/>
                <a:ext cx="27" cy="27"/>
              </a:xfrm>
              <a:custGeom>
                <a:avLst/>
                <a:gdLst>
                  <a:gd name="T0" fmla="*/ 14 w 27"/>
                  <a:gd name="T1" fmla="*/ 0 h 27"/>
                  <a:gd name="T2" fmla="*/ 14 w 27"/>
                  <a:gd name="T3" fmla="*/ 0 h 27"/>
                  <a:gd name="T4" fmla="*/ 27 w 27"/>
                  <a:gd name="T5" fmla="*/ 0 h 27"/>
                  <a:gd name="T6" fmla="*/ 27 w 27"/>
                  <a:gd name="T7" fmla="*/ 14 h 27"/>
                  <a:gd name="T8" fmla="*/ 14 w 27"/>
                  <a:gd name="T9" fmla="*/ 27 h 27"/>
                  <a:gd name="T10" fmla="*/ 14 w 27"/>
                  <a:gd name="T11" fmla="*/ 27 h 27"/>
                  <a:gd name="T12" fmla="*/ 0 w 27"/>
                  <a:gd name="T13" fmla="*/ 14 h 27"/>
                  <a:gd name="T14" fmla="*/ 0 w 27"/>
                  <a:gd name="T15" fmla="*/ 0 h 27"/>
                  <a:gd name="T16" fmla="*/ 0 w 27"/>
                  <a:gd name="T17" fmla="*/ 0 h 27"/>
                  <a:gd name="T18" fmla="*/ 14 w 27"/>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27"/>
                  <a:gd name="T32" fmla="*/ 27 w 27"/>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27">
                    <a:moveTo>
                      <a:pt x="14" y="0"/>
                    </a:moveTo>
                    <a:lnTo>
                      <a:pt x="14" y="0"/>
                    </a:lnTo>
                    <a:lnTo>
                      <a:pt x="27" y="0"/>
                    </a:lnTo>
                    <a:lnTo>
                      <a:pt x="27" y="14"/>
                    </a:lnTo>
                    <a:lnTo>
                      <a:pt x="14" y="27"/>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2215"/>
              </a:p>
            </p:txBody>
          </p:sp>
          <p:pic>
            <p:nvPicPr>
              <p:cNvPr id="36263" name="Picture 121">
                <a:extLst>
                  <a:ext uri="{FF2B5EF4-FFF2-40B4-BE49-F238E27FC236}">
                    <a16:creationId xmlns:a16="http://schemas.microsoft.com/office/drawing/2014/main" id="{5B76782C-DC3E-4E47-B824-FC5758215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1" y="1175"/>
                <a:ext cx="83"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64" name="Line 122">
                <a:extLst>
                  <a:ext uri="{FF2B5EF4-FFF2-40B4-BE49-F238E27FC236}">
                    <a16:creationId xmlns:a16="http://schemas.microsoft.com/office/drawing/2014/main" id="{07C0B312-D58D-4B82-8913-1D897189FEF8}"/>
                  </a:ext>
                </a:extLst>
              </p:cNvPr>
              <p:cNvSpPr>
                <a:spLocks noChangeShapeType="1"/>
              </p:cNvSpPr>
              <p:nvPr/>
            </p:nvSpPr>
            <p:spPr bwMode="auto">
              <a:xfrm>
                <a:off x="2526" y="1299"/>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65" name="Line 123">
                <a:extLst>
                  <a:ext uri="{FF2B5EF4-FFF2-40B4-BE49-F238E27FC236}">
                    <a16:creationId xmlns:a16="http://schemas.microsoft.com/office/drawing/2014/main" id="{494D4038-8354-42D3-B766-0EEE9708F6D6}"/>
                  </a:ext>
                </a:extLst>
              </p:cNvPr>
              <p:cNvSpPr>
                <a:spLocks noChangeShapeType="1"/>
              </p:cNvSpPr>
              <p:nvPr/>
            </p:nvSpPr>
            <p:spPr bwMode="auto">
              <a:xfrm>
                <a:off x="2526" y="1299"/>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66" name="Line 124">
                <a:extLst>
                  <a:ext uri="{FF2B5EF4-FFF2-40B4-BE49-F238E27FC236}">
                    <a16:creationId xmlns:a16="http://schemas.microsoft.com/office/drawing/2014/main" id="{81A5797F-72D1-4A58-B6C4-A73BE2DA7B0E}"/>
                  </a:ext>
                </a:extLst>
              </p:cNvPr>
              <p:cNvSpPr>
                <a:spLocks noChangeShapeType="1"/>
              </p:cNvSpPr>
              <p:nvPr/>
            </p:nvSpPr>
            <p:spPr bwMode="auto">
              <a:xfrm>
                <a:off x="2539" y="1299"/>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67" name="Rectangle 125">
                <a:extLst>
                  <a:ext uri="{FF2B5EF4-FFF2-40B4-BE49-F238E27FC236}">
                    <a16:creationId xmlns:a16="http://schemas.microsoft.com/office/drawing/2014/main" id="{1A14FDFC-BAD4-4D22-AEA1-A28F9E931A5A}"/>
                  </a:ext>
                </a:extLst>
              </p:cNvPr>
              <p:cNvSpPr>
                <a:spLocks noChangeArrowheads="1"/>
              </p:cNvSpPr>
              <p:nvPr/>
            </p:nvSpPr>
            <p:spPr bwMode="auto">
              <a:xfrm>
                <a:off x="2388" y="1230"/>
                <a:ext cx="96" cy="14"/>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68" name="Freeform 126">
                <a:extLst>
                  <a:ext uri="{FF2B5EF4-FFF2-40B4-BE49-F238E27FC236}">
                    <a16:creationId xmlns:a16="http://schemas.microsoft.com/office/drawing/2014/main" id="{10DD165E-DC18-47AF-8A34-24A9635D89B9}"/>
                  </a:ext>
                </a:extLst>
              </p:cNvPr>
              <p:cNvSpPr>
                <a:spLocks/>
              </p:cNvSpPr>
              <p:nvPr/>
            </p:nvSpPr>
            <p:spPr bwMode="auto">
              <a:xfrm>
                <a:off x="2374" y="1244"/>
                <a:ext cx="138" cy="27"/>
              </a:xfrm>
              <a:custGeom>
                <a:avLst/>
                <a:gdLst>
                  <a:gd name="T0" fmla="*/ 14 w 138"/>
                  <a:gd name="T1" fmla="*/ 0 h 27"/>
                  <a:gd name="T2" fmla="*/ 0 w 138"/>
                  <a:gd name="T3" fmla="*/ 27 h 27"/>
                  <a:gd name="T4" fmla="*/ 138 w 138"/>
                  <a:gd name="T5" fmla="*/ 27 h 27"/>
                  <a:gd name="T6" fmla="*/ 124 w 138"/>
                  <a:gd name="T7" fmla="*/ 0 h 27"/>
                  <a:gd name="T8" fmla="*/ 14 w 138"/>
                  <a:gd name="T9" fmla="*/ 0 h 27"/>
                  <a:gd name="T10" fmla="*/ 0 60000 65536"/>
                  <a:gd name="T11" fmla="*/ 0 60000 65536"/>
                  <a:gd name="T12" fmla="*/ 0 60000 65536"/>
                  <a:gd name="T13" fmla="*/ 0 60000 65536"/>
                  <a:gd name="T14" fmla="*/ 0 60000 65536"/>
                  <a:gd name="T15" fmla="*/ 0 w 138"/>
                  <a:gd name="T16" fmla="*/ 0 h 27"/>
                  <a:gd name="T17" fmla="*/ 138 w 138"/>
                  <a:gd name="T18" fmla="*/ 27 h 27"/>
                </a:gdLst>
                <a:ahLst/>
                <a:cxnLst>
                  <a:cxn ang="T10">
                    <a:pos x="T0" y="T1"/>
                  </a:cxn>
                  <a:cxn ang="T11">
                    <a:pos x="T2" y="T3"/>
                  </a:cxn>
                  <a:cxn ang="T12">
                    <a:pos x="T4" y="T5"/>
                  </a:cxn>
                  <a:cxn ang="T13">
                    <a:pos x="T6" y="T7"/>
                  </a:cxn>
                  <a:cxn ang="T14">
                    <a:pos x="T8" y="T9"/>
                  </a:cxn>
                </a:cxnLst>
                <a:rect l="T15" t="T16" r="T17" b="T18"/>
                <a:pathLst>
                  <a:path w="138" h="27">
                    <a:moveTo>
                      <a:pt x="14" y="0"/>
                    </a:moveTo>
                    <a:lnTo>
                      <a:pt x="0" y="27"/>
                    </a:lnTo>
                    <a:lnTo>
                      <a:pt x="138" y="27"/>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269" name="Line 127">
                <a:extLst>
                  <a:ext uri="{FF2B5EF4-FFF2-40B4-BE49-F238E27FC236}">
                    <a16:creationId xmlns:a16="http://schemas.microsoft.com/office/drawing/2014/main" id="{8145DA09-E6AC-47AF-A084-46D6CF4178EA}"/>
                  </a:ext>
                </a:extLst>
              </p:cNvPr>
              <p:cNvSpPr>
                <a:spLocks noChangeShapeType="1"/>
              </p:cNvSpPr>
              <p:nvPr/>
            </p:nvSpPr>
            <p:spPr bwMode="auto">
              <a:xfrm>
                <a:off x="2388" y="1271"/>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70" name="Line 128">
                <a:extLst>
                  <a:ext uri="{FF2B5EF4-FFF2-40B4-BE49-F238E27FC236}">
                    <a16:creationId xmlns:a16="http://schemas.microsoft.com/office/drawing/2014/main" id="{E49FD153-B44B-4548-B42F-074CC4F80B0C}"/>
                  </a:ext>
                </a:extLst>
              </p:cNvPr>
              <p:cNvSpPr>
                <a:spLocks noChangeShapeType="1"/>
              </p:cNvSpPr>
              <p:nvPr/>
            </p:nvSpPr>
            <p:spPr bwMode="auto">
              <a:xfrm>
                <a:off x="2401" y="1257"/>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71" name="Line 129">
                <a:extLst>
                  <a:ext uri="{FF2B5EF4-FFF2-40B4-BE49-F238E27FC236}">
                    <a16:creationId xmlns:a16="http://schemas.microsoft.com/office/drawing/2014/main" id="{2894F214-6A77-43F8-8ACD-F5B0235D1459}"/>
                  </a:ext>
                </a:extLst>
              </p:cNvPr>
              <p:cNvSpPr>
                <a:spLocks noChangeShapeType="1"/>
              </p:cNvSpPr>
              <p:nvPr/>
            </p:nvSpPr>
            <p:spPr bwMode="auto">
              <a:xfrm>
                <a:off x="2388" y="1257"/>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72" name="Freeform 130">
                <a:extLst>
                  <a:ext uri="{FF2B5EF4-FFF2-40B4-BE49-F238E27FC236}">
                    <a16:creationId xmlns:a16="http://schemas.microsoft.com/office/drawing/2014/main" id="{6EFF630A-513D-40DD-84A1-73BA027D923A}"/>
                  </a:ext>
                </a:extLst>
              </p:cNvPr>
              <p:cNvSpPr>
                <a:spLocks/>
              </p:cNvSpPr>
              <p:nvPr/>
            </p:nvSpPr>
            <p:spPr bwMode="auto">
              <a:xfrm>
                <a:off x="2415" y="1257"/>
                <a:ext cx="83" cy="1"/>
              </a:xfrm>
              <a:custGeom>
                <a:avLst/>
                <a:gdLst>
                  <a:gd name="T0" fmla="*/ 0 w 83"/>
                  <a:gd name="T1" fmla="*/ 0 h 1"/>
                  <a:gd name="T2" fmla="*/ 55 w 83"/>
                  <a:gd name="T3" fmla="*/ 0 h 1"/>
                  <a:gd name="T4" fmla="*/ 83 w 83"/>
                  <a:gd name="T5" fmla="*/ 0 h 1"/>
                  <a:gd name="T6" fmla="*/ 0 60000 65536"/>
                  <a:gd name="T7" fmla="*/ 0 60000 65536"/>
                  <a:gd name="T8" fmla="*/ 0 60000 65536"/>
                  <a:gd name="T9" fmla="*/ 0 w 83"/>
                  <a:gd name="T10" fmla="*/ 0 h 1"/>
                  <a:gd name="T11" fmla="*/ 83 w 83"/>
                  <a:gd name="T12" fmla="*/ 1 h 1"/>
                </a:gdLst>
                <a:ahLst/>
                <a:cxnLst>
                  <a:cxn ang="T6">
                    <a:pos x="T0" y="T1"/>
                  </a:cxn>
                  <a:cxn ang="T7">
                    <a:pos x="T2" y="T3"/>
                  </a:cxn>
                  <a:cxn ang="T8">
                    <a:pos x="T4" y="T5"/>
                  </a:cxn>
                </a:cxnLst>
                <a:rect l="T9" t="T10" r="T11" b="T12"/>
                <a:pathLst>
                  <a:path w="83" h="1">
                    <a:moveTo>
                      <a:pt x="0" y="0"/>
                    </a:moveTo>
                    <a:lnTo>
                      <a:pt x="55" y="0"/>
                    </a:lnTo>
                    <a:lnTo>
                      <a:pt x="83"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273" name="Line 131">
                <a:extLst>
                  <a:ext uri="{FF2B5EF4-FFF2-40B4-BE49-F238E27FC236}">
                    <a16:creationId xmlns:a16="http://schemas.microsoft.com/office/drawing/2014/main" id="{9FD724EA-6E12-4D93-A4B1-47AC95059821}"/>
                  </a:ext>
                </a:extLst>
              </p:cNvPr>
              <p:cNvSpPr>
                <a:spLocks noChangeShapeType="1"/>
              </p:cNvSpPr>
              <p:nvPr/>
            </p:nvSpPr>
            <p:spPr bwMode="auto">
              <a:xfrm>
                <a:off x="2484" y="1257"/>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74" name="Rectangle 132">
                <a:extLst>
                  <a:ext uri="{FF2B5EF4-FFF2-40B4-BE49-F238E27FC236}">
                    <a16:creationId xmlns:a16="http://schemas.microsoft.com/office/drawing/2014/main" id="{11F2CD07-94CE-49D4-A0C7-D7C1B652CE43}"/>
                  </a:ext>
                </a:extLst>
              </p:cNvPr>
              <p:cNvSpPr>
                <a:spLocks noChangeArrowheads="1"/>
              </p:cNvSpPr>
              <p:nvPr/>
            </p:nvSpPr>
            <p:spPr bwMode="auto">
              <a:xfrm>
                <a:off x="2429" y="1161"/>
                <a:ext cx="41" cy="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75" name="Rectangle 133">
                <a:extLst>
                  <a:ext uri="{FF2B5EF4-FFF2-40B4-BE49-F238E27FC236}">
                    <a16:creationId xmlns:a16="http://schemas.microsoft.com/office/drawing/2014/main" id="{F5A26FA4-2182-4CD4-B87A-BCAFC61C0559}"/>
                  </a:ext>
                </a:extLst>
              </p:cNvPr>
              <p:cNvSpPr>
                <a:spLocks noChangeArrowheads="1"/>
              </p:cNvSpPr>
              <p:nvPr/>
            </p:nvSpPr>
            <p:spPr bwMode="auto">
              <a:xfrm>
                <a:off x="2429" y="1161"/>
                <a:ext cx="55" cy="41"/>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76" name="Freeform 134">
                <a:extLst>
                  <a:ext uri="{FF2B5EF4-FFF2-40B4-BE49-F238E27FC236}">
                    <a16:creationId xmlns:a16="http://schemas.microsoft.com/office/drawing/2014/main" id="{369A6543-FBEB-4148-AA75-51BAFEFBAEC7}"/>
                  </a:ext>
                </a:extLst>
              </p:cNvPr>
              <p:cNvSpPr>
                <a:spLocks/>
              </p:cNvSpPr>
              <p:nvPr/>
            </p:nvSpPr>
            <p:spPr bwMode="auto">
              <a:xfrm>
                <a:off x="2815" y="1313"/>
                <a:ext cx="42" cy="69"/>
              </a:xfrm>
              <a:custGeom>
                <a:avLst/>
                <a:gdLst>
                  <a:gd name="T0" fmla="*/ 0 w 42"/>
                  <a:gd name="T1" fmla="*/ 0 h 69"/>
                  <a:gd name="T2" fmla="*/ 42 w 42"/>
                  <a:gd name="T3" fmla="*/ 13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3"/>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277" name="AutoShape 135">
                <a:extLst>
                  <a:ext uri="{FF2B5EF4-FFF2-40B4-BE49-F238E27FC236}">
                    <a16:creationId xmlns:a16="http://schemas.microsoft.com/office/drawing/2014/main" id="{F98C3FCA-6BBE-40E9-A120-7634FE361F61}"/>
                  </a:ext>
                </a:extLst>
              </p:cNvPr>
              <p:cNvSpPr>
                <a:spLocks noChangeArrowheads="1"/>
              </p:cNvSpPr>
              <p:nvPr/>
            </p:nvSpPr>
            <p:spPr bwMode="auto">
              <a:xfrm>
                <a:off x="2719" y="1216"/>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78" name="AutoShape 136">
                <a:extLst>
                  <a:ext uri="{FF2B5EF4-FFF2-40B4-BE49-F238E27FC236}">
                    <a16:creationId xmlns:a16="http://schemas.microsoft.com/office/drawing/2014/main" id="{5A03DD67-6B04-45C1-A717-514A338E6A9C}"/>
                  </a:ext>
                </a:extLst>
              </p:cNvPr>
              <p:cNvSpPr>
                <a:spLocks noChangeArrowheads="1"/>
              </p:cNvSpPr>
              <p:nvPr/>
            </p:nvSpPr>
            <p:spPr bwMode="auto">
              <a:xfrm>
                <a:off x="2705" y="1202"/>
                <a:ext cx="138" cy="111"/>
              </a:xfrm>
              <a:prstGeom prst="roundRect">
                <a:avLst>
                  <a:gd name="adj" fmla="val 40088"/>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79" name="Rectangle 137">
                <a:extLst>
                  <a:ext uri="{FF2B5EF4-FFF2-40B4-BE49-F238E27FC236}">
                    <a16:creationId xmlns:a16="http://schemas.microsoft.com/office/drawing/2014/main" id="{7EC99FF4-91E1-46CA-BE2B-827D54342957}"/>
                  </a:ext>
                </a:extLst>
              </p:cNvPr>
              <p:cNvSpPr>
                <a:spLocks noChangeArrowheads="1"/>
              </p:cNvSpPr>
              <p:nvPr/>
            </p:nvSpPr>
            <p:spPr bwMode="auto">
              <a:xfrm>
                <a:off x="2733" y="1244"/>
                <a:ext cx="8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80" name="Rectangle 138">
                <a:extLst>
                  <a:ext uri="{FF2B5EF4-FFF2-40B4-BE49-F238E27FC236}">
                    <a16:creationId xmlns:a16="http://schemas.microsoft.com/office/drawing/2014/main" id="{7766DC85-028F-4749-B608-C036DDC87BE7}"/>
                  </a:ext>
                </a:extLst>
              </p:cNvPr>
              <p:cNvSpPr>
                <a:spLocks noChangeArrowheads="1"/>
              </p:cNvSpPr>
              <p:nvPr/>
            </p:nvSpPr>
            <p:spPr bwMode="auto">
              <a:xfrm>
                <a:off x="2733" y="1244"/>
                <a:ext cx="9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81" name="Freeform 139">
                <a:extLst>
                  <a:ext uri="{FF2B5EF4-FFF2-40B4-BE49-F238E27FC236}">
                    <a16:creationId xmlns:a16="http://schemas.microsoft.com/office/drawing/2014/main" id="{DA769CF4-F1A5-4E09-B699-7638FEDC6737}"/>
                  </a:ext>
                </a:extLst>
              </p:cNvPr>
              <p:cNvSpPr>
                <a:spLocks/>
              </p:cNvSpPr>
              <p:nvPr/>
            </p:nvSpPr>
            <p:spPr bwMode="auto">
              <a:xfrm>
                <a:off x="2843" y="1368"/>
                <a:ext cx="28" cy="27"/>
              </a:xfrm>
              <a:custGeom>
                <a:avLst/>
                <a:gdLst>
                  <a:gd name="T0" fmla="*/ 14 w 28"/>
                  <a:gd name="T1" fmla="*/ 0 h 27"/>
                  <a:gd name="T2" fmla="*/ 14 w 28"/>
                  <a:gd name="T3" fmla="*/ 0 h 27"/>
                  <a:gd name="T4" fmla="*/ 28 w 28"/>
                  <a:gd name="T5" fmla="*/ 14 h 27"/>
                  <a:gd name="T6" fmla="*/ 28 w 28"/>
                  <a:gd name="T7" fmla="*/ 27 h 27"/>
                  <a:gd name="T8" fmla="*/ 14 w 28"/>
                  <a:gd name="T9" fmla="*/ 27 h 27"/>
                  <a:gd name="T10" fmla="*/ 14 w 28"/>
                  <a:gd name="T11" fmla="*/ 27 h 27"/>
                  <a:gd name="T12" fmla="*/ 0 w 28"/>
                  <a:gd name="T13" fmla="*/ 27 h 27"/>
                  <a:gd name="T14" fmla="*/ 0 w 28"/>
                  <a:gd name="T15" fmla="*/ 14 h 27"/>
                  <a:gd name="T16" fmla="*/ 0 w 28"/>
                  <a:gd name="T17" fmla="*/ 0 h 27"/>
                  <a:gd name="T18" fmla="*/ 14 w 28"/>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7"/>
                  <a:gd name="T32" fmla="*/ 28 w 28"/>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7">
                    <a:moveTo>
                      <a:pt x="14" y="0"/>
                    </a:moveTo>
                    <a:lnTo>
                      <a:pt x="14" y="0"/>
                    </a:lnTo>
                    <a:lnTo>
                      <a:pt x="28" y="14"/>
                    </a:lnTo>
                    <a:lnTo>
                      <a:pt x="28" y="27"/>
                    </a:lnTo>
                    <a:lnTo>
                      <a:pt x="14" y="27"/>
                    </a:lnTo>
                    <a:lnTo>
                      <a:pt x="0" y="27"/>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2215"/>
              </a:p>
            </p:txBody>
          </p:sp>
          <p:pic>
            <p:nvPicPr>
              <p:cNvPr id="36282" name="Picture 140">
                <a:extLst>
                  <a:ext uri="{FF2B5EF4-FFF2-40B4-BE49-F238E27FC236}">
                    <a16:creationId xmlns:a16="http://schemas.microsoft.com/office/drawing/2014/main" id="{D6E7AA33-1BF0-4FFB-9EF9-372404E3F6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3" y="1244"/>
                <a:ext cx="82" cy="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83" name="Freeform 141">
                <a:extLst>
                  <a:ext uri="{FF2B5EF4-FFF2-40B4-BE49-F238E27FC236}">
                    <a16:creationId xmlns:a16="http://schemas.microsoft.com/office/drawing/2014/main" id="{C5047D5B-3D54-4644-A9C6-881698343BED}"/>
                  </a:ext>
                </a:extLst>
              </p:cNvPr>
              <p:cNvSpPr>
                <a:spLocks/>
              </p:cNvSpPr>
              <p:nvPr/>
            </p:nvSpPr>
            <p:spPr bwMode="auto">
              <a:xfrm>
                <a:off x="2857" y="1382"/>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284" name="Line 142">
                <a:extLst>
                  <a:ext uri="{FF2B5EF4-FFF2-40B4-BE49-F238E27FC236}">
                    <a16:creationId xmlns:a16="http://schemas.microsoft.com/office/drawing/2014/main" id="{AAB4762C-9A15-476A-B812-D444A166586E}"/>
                  </a:ext>
                </a:extLst>
              </p:cNvPr>
              <p:cNvSpPr>
                <a:spLocks noChangeShapeType="1"/>
              </p:cNvSpPr>
              <p:nvPr/>
            </p:nvSpPr>
            <p:spPr bwMode="auto">
              <a:xfrm>
                <a:off x="2871" y="1382"/>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85" name="Rectangle 143">
                <a:extLst>
                  <a:ext uri="{FF2B5EF4-FFF2-40B4-BE49-F238E27FC236}">
                    <a16:creationId xmlns:a16="http://schemas.microsoft.com/office/drawing/2014/main" id="{84C6ED31-C14A-4CDB-944A-921356E0A52F}"/>
                  </a:ext>
                </a:extLst>
              </p:cNvPr>
              <p:cNvSpPr>
                <a:spLocks noChangeArrowheads="1"/>
              </p:cNvSpPr>
              <p:nvPr/>
            </p:nvSpPr>
            <p:spPr bwMode="auto">
              <a:xfrm>
                <a:off x="2719" y="1299"/>
                <a:ext cx="96" cy="27"/>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86" name="Freeform 144">
                <a:extLst>
                  <a:ext uri="{FF2B5EF4-FFF2-40B4-BE49-F238E27FC236}">
                    <a16:creationId xmlns:a16="http://schemas.microsoft.com/office/drawing/2014/main" id="{3C2701F6-73E9-4222-9516-55AD1FABD087}"/>
                  </a:ext>
                </a:extLst>
              </p:cNvPr>
              <p:cNvSpPr>
                <a:spLocks/>
              </p:cNvSpPr>
              <p:nvPr/>
            </p:nvSpPr>
            <p:spPr bwMode="auto">
              <a:xfrm>
                <a:off x="2705" y="1326"/>
                <a:ext cx="138" cy="14"/>
              </a:xfrm>
              <a:custGeom>
                <a:avLst/>
                <a:gdLst>
                  <a:gd name="T0" fmla="*/ 14 w 138"/>
                  <a:gd name="T1" fmla="*/ 0 h 14"/>
                  <a:gd name="T2" fmla="*/ 0 w 138"/>
                  <a:gd name="T3" fmla="*/ 14 h 14"/>
                  <a:gd name="T4" fmla="*/ 138 w 138"/>
                  <a:gd name="T5" fmla="*/ 14 h 14"/>
                  <a:gd name="T6" fmla="*/ 124 w 138"/>
                  <a:gd name="T7" fmla="*/ 0 h 14"/>
                  <a:gd name="T8" fmla="*/ 14 w 138"/>
                  <a:gd name="T9" fmla="*/ 0 h 14"/>
                  <a:gd name="T10" fmla="*/ 0 60000 65536"/>
                  <a:gd name="T11" fmla="*/ 0 60000 65536"/>
                  <a:gd name="T12" fmla="*/ 0 60000 65536"/>
                  <a:gd name="T13" fmla="*/ 0 60000 65536"/>
                  <a:gd name="T14" fmla="*/ 0 60000 65536"/>
                  <a:gd name="T15" fmla="*/ 0 w 138"/>
                  <a:gd name="T16" fmla="*/ 0 h 14"/>
                  <a:gd name="T17" fmla="*/ 138 w 138"/>
                  <a:gd name="T18" fmla="*/ 14 h 14"/>
                </a:gdLst>
                <a:ahLst/>
                <a:cxnLst>
                  <a:cxn ang="T10">
                    <a:pos x="T0" y="T1"/>
                  </a:cxn>
                  <a:cxn ang="T11">
                    <a:pos x="T2" y="T3"/>
                  </a:cxn>
                  <a:cxn ang="T12">
                    <a:pos x="T4" y="T5"/>
                  </a:cxn>
                  <a:cxn ang="T13">
                    <a:pos x="T6" y="T7"/>
                  </a:cxn>
                  <a:cxn ang="T14">
                    <a:pos x="T8" y="T9"/>
                  </a:cxn>
                </a:cxnLst>
                <a:rect l="T15" t="T16" r="T17" b="T18"/>
                <a:pathLst>
                  <a:path w="138" h="14">
                    <a:moveTo>
                      <a:pt x="14" y="0"/>
                    </a:moveTo>
                    <a:lnTo>
                      <a:pt x="0" y="14"/>
                    </a:lnTo>
                    <a:lnTo>
                      <a:pt x="138" y="14"/>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287" name="Line 145">
                <a:extLst>
                  <a:ext uri="{FF2B5EF4-FFF2-40B4-BE49-F238E27FC236}">
                    <a16:creationId xmlns:a16="http://schemas.microsoft.com/office/drawing/2014/main" id="{78404F25-B6BE-4C12-B2F9-6636C5621A5A}"/>
                  </a:ext>
                </a:extLst>
              </p:cNvPr>
              <p:cNvSpPr>
                <a:spLocks noChangeShapeType="1"/>
              </p:cNvSpPr>
              <p:nvPr/>
            </p:nvSpPr>
            <p:spPr bwMode="auto">
              <a:xfrm>
                <a:off x="2719" y="1340"/>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88" name="Line 146">
                <a:extLst>
                  <a:ext uri="{FF2B5EF4-FFF2-40B4-BE49-F238E27FC236}">
                    <a16:creationId xmlns:a16="http://schemas.microsoft.com/office/drawing/2014/main" id="{8158FBC3-7AA6-46D7-9904-437731B9144C}"/>
                  </a:ext>
                </a:extLst>
              </p:cNvPr>
              <p:cNvSpPr>
                <a:spLocks noChangeShapeType="1"/>
              </p:cNvSpPr>
              <p:nvPr/>
            </p:nvSpPr>
            <p:spPr bwMode="auto">
              <a:xfrm>
                <a:off x="2733" y="1326"/>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89" name="Line 147">
                <a:extLst>
                  <a:ext uri="{FF2B5EF4-FFF2-40B4-BE49-F238E27FC236}">
                    <a16:creationId xmlns:a16="http://schemas.microsoft.com/office/drawing/2014/main" id="{F8999431-9F09-4A08-A11F-2385BCBDA595}"/>
                  </a:ext>
                </a:extLst>
              </p:cNvPr>
              <p:cNvSpPr>
                <a:spLocks noChangeShapeType="1"/>
              </p:cNvSpPr>
              <p:nvPr/>
            </p:nvSpPr>
            <p:spPr bwMode="auto">
              <a:xfrm>
                <a:off x="2719" y="1326"/>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90" name="Line 148">
                <a:extLst>
                  <a:ext uri="{FF2B5EF4-FFF2-40B4-BE49-F238E27FC236}">
                    <a16:creationId xmlns:a16="http://schemas.microsoft.com/office/drawing/2014/main" id="{FFBDD2D7-082C-4B81-8B50-4FE7834B89EA}"/>
                  </a:ext>
                </a:extLst>
              </p:cNvPr>
              <p:cNvSpPr>
                <a:spLocks noChangeShapeType="1"/>
              </p:cNvSpPr>
              <p:nvPr/>
            </p:nvSpPr>
            <p:spPr bwMode="auto">
              <a:xfrm>
                <a:off x="2746" y="1340"/>
                <a:ext cx="5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91" name="Line 149">
                <a:extLst>
                  <a:ext uri="{FF2B5EF4-FFF2-40B4-BE49-F238E27FC236}">
                    <a16:creationId xmlns:a16="http://schemas.microsoft.com/office/drawing/2014/main" id="{8F347AD3-955C-46A7-BE3D-BF6560B85EB8}"/>
                  </a:ext>
                </a:extLst>
              </p:cNvPr>
              <p:cNvSpPr>
                <a:spLocks noChangeShapeType="1"/>
              </p:cNvSpPr>
              <p:nvPr/>
            </p:nvSpPr>
            <p:spPr bwMode="auto">
              <a:xfrm>
                <a:off x="2802" y="1326"/>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92" name="Line 150">
                <a:extLst>
                  <a:ext uri="{FF2B5EF4-FFF2-40B4-BE49-F238E27FC236}">
                    <a16:creationId xmlns:a16="http://schemas.microsoft.com/office/drawing/2014/main" id="{70F3B255-7858-4429-AF02-FD82AD2455A6}"/>
                  </a:ext>
                </a:extLst>
              </p:cNvPr>
              <p:cNvSpPr>
                <a:spLocks noChangeShapeType="1"/>
              </p:cNvSpPr>
              <p:nvPr/>
            </p:nvSpPr>
            <p:spPr bwMode="auto">
              <a:xfrm>
                <a:off x="2815" y="1340"/>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293" name="Rectangle 151">
                <a:extLst>
                  <a:ext uri="{FF2B5EF4-FFF2-40B4-BE49-F238E27FC236}">
                    <a16:creationId xmlns:a16="http://schemas.microsoft.com/office/drawing/2014/main" id="{8ADBB53B-59B4-407A-935F-A218E01C655E}"/>
                  </a:ext>
                </a:extLst>
              </p:cNvPr>
              <p:cNvSpPr>
                <a:spLocks noChangeArrowheads="1"/>
              </p:cNvSpPr>
              <p:nvPr/>
            </p:nvSpPr>
            <p:spPr bwMode="auto">
              <a:xfrm>
                <a:off x="2760" y="1230"/>
                <a:ext cx="4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94" name="Rectangle 152">
                <a:extLst>
                  <a:ext uri="{FF2B5EF4-FFF2-40B4-BE49-F238E27FC236}">
                    <a16:creationId xmlns:a16="http://schemas.microsoft.com/office/drawing/2014/main" id="{9DF225BE-1E9C-4D6A-B653-305CB08E496D}"/>
                  </a:ext>
                </a:extLst>
              </p:cNvPr>
              <p:cNvSpPr>
                <a:spLocks noChangeArrowheads="1"/>
              </p:cNvSpPr>
              <p:nvPr/>
            </p:nvSpPr>
            <p:spPr bwMode="auto">
              <a:xfrm>
                <a:off x="2760" y="1230"/>
                <a:ext cx="55"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95" name="Rectangle 153">
                <a:extLst>
                  <a:ext uri="{FF2B5EF4-FFF2-40B4-BE49-F238E27FC236}">
                    <a16:creationId xmlns:a16="http://schemas.microsoft.com/office/drawing/2014/main" id="{4C91AE38-9124-4FCB-9097-96BCCBD3F208}"/>
                  </a:ext>
                </a:extLst>
              </p:cNvPr>
              <p:cNvSpPr>
                <a:spLocks noChangeArrowheads="1"/>
              </p:cNvSpPr>
              <p:nvPr/>
            </p:nvSpPr>
            <p:spPr bwMode="auto">
              <a:xfrm>
                <a:off x="3153" y="2229"/>
                <a:ext cx="52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292">
                    <a:solidFill>
                      <a:srgbClr val="000000"/>
                    </a:solidFill>
                    <a:latin typeface="Arial" panose="020B0604020202020204" pitchFamily="34" charset="0"/>
                  </a:rPr>
                  <a:t>backbone</a:t>
                </a:r>
                <a:endParaRPr lang="en-GB" altLang="en-US" sz="2215">
                  <a:latin typeface="Times" panose="02020603050405020304" pitchFamily="18" charset="0"/>
                </a:endParaRPr>
              </a:p>
            </p:txBody>
          </p:sp>
          <p:sp>
            <p:nvSpPr>
              <p:cNvPr id="36296" name="Rectangle 154">
                <a:extLst>
                  <a:ext uri="{FF2B5EF4-FFF2-40B4-BE49-F238E27FC236}">
                    <a16:creationId xmlns:a16="http://schemas.microsoft.com/office/drawing/2014/main" id="{E10768E0-56B9-416D-9022-8153B39FD137}"/>
                  </a:ext>
                </a:extLst>
              </p:cNvPr>
              <p:cNvSpPr>
                <a:spLocks noChangeArrowheads="1"/>
              </p:cNvSpPr>
              <p:nvPr/>
            </p:nvSpPr>
            <p:spPr bwMode="auto">
              <a:xfrm>
                <a:off x="2363" y="2809"/>
                <a:ext cx="64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292">
                    <a:solidFill>
                      <a:srgbClr val="000000"/>
                    </a:solidFill>
                    <a:latin typeface="Arial" panose="020B0604020202020204" pitchFamily="34" charset="0"/>
                  </a:rPr>
                  <a:t>satellite link</a:t>
                </a:r>
                <a:endParaRPr lang="en-GB" altLang="en-US" sz="2215">
                  <a:latin typeface="Times" panose="02020603050405020304" pitchFamily="18" charset="0"/>
                </a:endParaRPr>
              </a:p>
            </p:txBody>
          </p:sp>
          <p:sp>
            <p:nvSpPr>
              <p:cNvPr id="36297" name="Rectangle 155">
                <a:extLst>
                  <a:ext uri="{FF2B5EF4-FFF2-40B4-BE49-F238E27FC236}">
                    <a16:creationId xmlns:a16="http://schemas.microsoft.com/office/drawing/2014/main" id="{6C42D200-8554-4FCB-B4B8-5BAFD9B4934C}"/>
                  </a:ext>
                </a:extLst>
              </p:cNvPr>
              <p:cNvSpPr>
                <a:spLocks noChangeArrowheads="1"/>
              </p:cNvSpPr>
              <p:nvPr/>
            </p:nvSpPr>
            <p:spPr bwMode="auto">
              <a:xfrm>
                <a:off x="2264" y="1671"/>
                <a:ext cx="82"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98" name="Rectangle 156">
                <a:extLst>
                  <a:ext uri="{FF2B5EF4-FFF2-40B4-BE49-F238E27FC236}">
                    <a16:creationId xmlns:a16="http://schemas.microsoft.com/office/drawing/2014/main" id="{043B8D95-C0C6-4713-BDB7-C9B2580EC4B9}"/>
                  </a:ext>
                </a:extLst>
              </p:cNvPr>
              <p:cNvSpPr>
                <a:spLocks noChangeArrowheads="1"/>
              </p:cNvSpPr>
              <p:nvPr/>
            </p:nvSpPr>
            <p:spPr bwMode="auto">
              <a:xfrm>
                <a:off x="2264" y="1671"/>
                <a:ext cx="96"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299" name="Rectangle 157">
                <a:extLst>
                  <a:ext uri="{FF2B5EF4-FFF2-40B4-BE49-F238E27FC236}">
                    <a16:creationId xmlns:a16="http://schemas.microsoft.com/office/drawing/2014/main" id="{AC85406B-D222-4682-B792-6A43381F80B4}"/>
                  </a:ext>
                </a:extLst>
              </p:cNvPr>
              <p:cNvSpPr>
                <a:spLocks noChangeArrowheads="1"/>
              </p:cNvSpPr>
              <p:nvPr/>
            </p:nvSpPr>
            <p:spPr bwMode="auto">
              <a:xfrm>
                <a:off x="2567" y="1795"/>
                <a:ext cx="83" cy="83"/>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00" name="Rectangle 158">
                <a:extLst>
                  <a:ext uri="{FF2B5EF4-FFF2-40B4-BE49-F238E27FC236}">
                    <a16:creationId xmlns:a16="http://schemas.microsoft.com/office/drawing/2014/main" id="{4FA6F183-7CF8-4ED3-8545-7DE9DD54962A}"/>
                  </a:ext>
                </a:extLst>
              </p:cNvPr>
              <p:cNvSpPr>
                <a:spLocks noChangeArrowheads="1"/>
              </p:cNvSpPr>
              <p:nvPr/>
            </p:nvSpPr>
            <p:spPr bwMode="auto">
              <a:xfrm>
                <a:off x="2567" y="1795"/>
                <a:ext cx="97" cy="97"/>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01" name="Rectangle 159">
                <a:extLst>
                  <a:ext uri="{FF2B5EF4-FFF2-40B4-BE49-F238E27FC236}">
                    <a16:creationId xmlns:a16="http://schemas.microsoft.com/office/drawing/2014/main" id="{DCC95EA6-8104-4F7D-AA82-8CE796708877}"/>
                  </a:ext>
                </a:extLst>
              </p:cNvPr>
              <p:cNvSpPr>
                <a:spLocks noChangeArrowheads="1"/>
              </p:cNvSpPr>
              <p:nvPr/>
            </p:nvSpPr>
            <p:spPr bwMode="auto">
              <a:xfrm>
                <a:off x="2319" y="1795"/>
                <a:ext cx="82" cy="83"/>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02" name="Rectangle 160">
                <a:extLst>
                  <a:ext uri="{FF2B5EF4-FFF2-40B4-BE49-F238E27FC236}">
                    <a16:creationId xmlns:a16="http://schemas.microsoft.com/office/drawing/2014/main" id="{83AFC6CC-3DEB-4529-A7EE-37DB4A784135}"/>
                  </a:ext>
                </a:extLst>
              </p:cNvPr>
              <p:cNvSpPr>
                <a:spLocks noChangeArrowheads="1"/>
              </p:cNvSpPr>
              <p:nvPr/>
            </p:nvSpPr>
            <p:spPr bwMode="auto">
              <a:xfrm>
                <a:off x="2319" y="1795"/>
                <a:ext cx="96" cy="97"/>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03" name="Rectangle 161">
                <a:extLst>
                  <a:ext uri="{FF2B5EF4-FFF2-40B4-BE49-F238E27FC236}">
                    <a16:creationId xmlns:a16="http://schemas.microsoft.com/office/drawing/2014/main" id="{C0C04037-89E1-4493-AAE7-561A6FCE2E01}"/>
                  </a:ext>
                </a:extLst>
              </p:cNvPr>
              <p:cNvSpPr>
                <a:spLocks noChangeArrowheads="1"/>
              </p:cNvSpPr>
              <p:nvPr/>
            </p:nvSpPr>
            <p:spPr bwMode="auto">
              <a:xfrm>
                <a:off x="1587" y="1409"/>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04" name="Rectangle 162">
                <a:extLst>
                  <a:ext uri="{FF2B5EF4-FFF2-40B4-BE49-F238E27FC236}">
                    <a16:creationId xmlns:a16="http://schemas.microsoft.com/office/drawing/2014/main" id="{C391908C-D0C1-4699-A06D-5ADE95553846}"/>
                  </a:ext>
                </a:extLst>
              </p:cNvPr>
              <p:cNvSpPr>
                <a:spLocks noChangeArrowheads="1"/>
              </p:cNvSpPr>
              <p:nvPr/>
            </p:nvSpPr>
            <p:spPr bwMode="auto">
              <a:xfrm>
                <a:off x="1587" y="1409"/>
                <a:ext cx="97"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05" name="Rectangle 163">
                <a:extLst>
                  <a:ext uri="{FF2B5EF4-FFF2-40B4-BE49-F238E27FC236}">
                    <a16:creationId xmlns:a16="http://schemas.microsoft.com/office/drawing/2014/main" id="{B9790FF4-C476-4594-9478-79F8AC17E808}"/>
                  </a:ext>
                </a:extLst>
              </p:cNvPr>
              <p:cNvSpPr>
                <a:spLocks noChangeArrowheads="1"/>
              </p:cNvSpPr>
              <p:nvPr/>
            </p:nvSpPr>
            <p:spPr bwMode="auto">
              <a:xfrm>
                <a:off x="1905" y="1409"/>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06" name="Rectangle 164">
                <a:extLst>
                  <a:ext uri="{FF2B5EF4-FFF2-40B4-BE49-F238E27FC236}">
                    <a16:creationId xmlns:a16="http://schemas.microsoft.com/office/drawing/2014/main" id="{2910E3BB-CD7A-4B72-8EB0-0797F9937D77}"/>
                  </a:ext>
                </a:extLst>
              </p:cNvPr>
              <p:cNvSpPr>
                <a:spLocks noChangeArrowheads="1"/>
              </p:cNvSpPr>
              <p:nvPr/>
            </p:nvSpPr>
            <p:spPr bwMode="auto">
              <a:xfrm>
                <a:off x="1905" y="1409"/>
                <a:ext cx="96"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07" name="Freeform 165">
                <a:extLst>
                  <a:ext uri="{FF2B5EF4-FFF2-40B4-BE49-F238E27FC236}">
                    <a16:creationId xmlns:a16="http://schemas.microsoft.com/office/drawing/2014/main" id="{C7992CA2-8196-4C66-9172-54DC709FD42E}"/>
                  </a:ext>
                </a:extLst>
              </p:cNvPr>
              <p:cNvSpPr>
                <a:spLocks/>
              </p:cNvSpPr>
              <p:nvPr/>
            </p:nvSpPr>
            <p:spPr bwMode="auto">
              <a:xfrm>
                <a:off x="5202" y="1754"/>
                <a:ext cx="56" cy="69"/>
              </a:xfrm>
              <a:custGeom>
                <a:avLst/>
                <a:gdLst>
                  <a:gd name="T0" fmla="*/ 0 w 56"/>
                  <a:gd name="T1" fmla="*/ 0 h 69"/>
                  <a:gd name="T2" fmla="*/ 42 w 56"/>
                  <a:gd name="T3" fmla="*/ 14 h 69"/>
                  <a:gd name="T4" fmla="*/ 56 w 56"/>
                  <a:gd name="T5" fmla="*/ 69 h 69"/>
                  <a:gd name="T6" fmla="*/ 0 60000 65536"/>
                  <a:gd name="T7" fmla="*/ 0 60000 65536"/>
                  <a:gd name="T8" fmla="*/ 0 60000 65536"/>
                  <a:gd name="T9" fmla="*/ 0 w 56"/>
                  <a:gd name="T10" fmla="*/ 0 h 69"/>
                  <a:gd name="T11" fmla="*/ 56 w 56"/>
                  <a:gd name="T12" fmla="*/ 69 h 69"/>
                </a:gdLst>
                <a:ahLst/>
                <a:cxnLst>
                  <a:cxn ang="T6">
                    <a:pos x="T0" y="T1"/>
                  </a:cxn>
                  <a:cxn ang="T7">
                    <a:pos x="T2" y="T3"/>
                  </a:cxn>
                  <a:cxn ang="T8">
                    <a:pos x="T4" y="T5"/>
                  </a:cxn>
                </a:cxnLst>
                <a:rect l="T9" t="T10" r="T11" b="T12"/>
                <a:pathLst>
                  <a:path w="56" h="69">
                    <a:moveTo>
                      <a:pt x="0" y="0"/>
                    </a:moveTo>
                    <a:lnTo>
                      <a:pt x="42" y="14"/>
                    </a:lnTo>
                    <a:lnTo>
                      <a:pt x="56"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308" name="AutoShape 166">
                <a:extLst>
                  <a:ext uri="{FF2B5EF4-FFF2-40B4-BE49-F238E27FC236}">
                    <a16:creationId xmlns:a16="http://schemas.microsoft.com/office/drawing/2014/main" id="{F7C07D0D-006F-4252-9882-5A328EA99992}"/>
                  </a:ext>
                </a:extLst>
              </p:cNvPr>
              <p:cNvSpPr>
                <a:spLocks noChangeArrowheads="1"/>
              </p:cNvSpPr>
              <p:nvPr/>
            </p:nvSpPr>
            <p:spPr bwMode="auto">
              <a:xfrm>
                <a:off x="5106" y="1657"/>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09" name="AutoShape 167">
                <a:extLst>
                  <a:ext uri="{FF2B5EF4-FFF2-40B4-BE49-F238E27FC236}">
                    <a16:creationId xmlns:a16="http://schemas.microsoft.com/office/drawing/2014/main" id="{41D6EF33-790B-44B1-810B-252FE31579CF}"/>
                  </a:ext>
                </a:extLst>
              </p:cNvPr>
              <p:cNvSpPr>
                <a:spLocks noChangeArrowheads="1"/>
              </p:cNvSpPr>
              <p:nvPr/>
            </p:nvSpPr>
            <p:spPr bwMode="auto">
              <a:xfrm>
                <a:off x="5092" y="1644"/>
                <a:ext cx="138" cy="110"/>
              </a:xfrm>
              <a:prstGeom prst="roundRect">
                <a:avLst>
                  <a:gd name="adj" fmla="val 40454"/>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10" name="Rectangle 168">
                <a:extLst>
                  <a:ext uri="{FF2B5EF4-FFF2-40B4-BE49-F238E27FC236}">
                    <a16:creationId xmlns:a16="http://schemas.microsoft.com/office/drawing/2014/main" id="{E4168B9C-0B24-4CD4-8C09-68AEEF16F98A}"/>
                  </a:ext>
                </a:extLst>
              </p:cNvPr>
              <p:cNvSpPr>
                <a:spLocks noChangeArrowheads="1"/>
              </p:cNvSpPr>
              <p:nvPr/>
            </p:nvSpPr>
            <p:spPr bwMode="auto">
              <a:xfrm>
                <a:off x="5120" y="1685"/>
                <a:ext cx="8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11" name="Rectangle 169">
                <a:extLst>
                  <a:ext uri="{FF2B5EF4-FFF2-40B4-BE49-F238E27FC236}">
                    <a16:creationId xmlns:a16="http://schemas.microsoft.com/office/drawing/2014/main" id="{002E2A43-66C0-4624-A542-490F4955BC93}"/>
                  </a:ext>
                </a:extLst>
              </p:cNvPr>
              <p:cNvSpPr>
                <a:spLocks noChangeArrowheads="1"/>
              </p:cNvSpPr>
              <p:nvPr/>
            </p:nvSpPr>
            <p:spPr bwMode="auto">
              <a:xfrm>
                <a:off x="5120" y="1685"/>
                <a:ext cx="9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12" name="Freeform 170">
                <a:extLst>
                  <a:ext uri="{FF2B5EF4-FFF2-40B4-BE49-F238E27FC236}">
                    <a16:creationId xmlns:a16="http://schemas.microsoft.com/office/drawing/2014/main" id="{4AAB05FE-1D41-4239-A665-A3821DE87FF8}"/>
                  </a:ext>
                </a:extLst>
              </p:cNvPr>
              <p:cNvSpPr>
                <a:spLocks/>
              </p:cNvSpPr>
              <p:nvPr/>
            </p:nvSpPr>
            <p:spPr bwMode="auto">
              <a:xfrm>
                <a:off x="5244" y="1809"/>
                <a:ext cx="14" cy="28"/>
              </a:xfrm>
              <a:custGeom>
                <a:avLst/>
                <a:gdLst>
                  <a:gd name="T0" fmla="*/ 0 w 14"/>
                  <a:gd name="T1" fmla="*/ 0 h 28"/>
                  <a:gd name="T2" fmla="*/ 14 w 14"/>
                  <a:gd name="T3" fmla="*/ 0 h 28"/>
                  <a:gd name="T4" fmla="*/ 14 w 14"/>
                  <a:gd name="T5" fmla="*/ 14 h 28"/>
                  <a:gd name="T6" fmla="*/ 14 w 14"/>
                  <a:gd name="T7" fmla="*/ 28 h 28"/>
                  <a:gd name="T8" fmla="*/ 14 w 14"/>
                  <a:gd name="T9" fmla="*/ 28 h 28"/>
                  <a:gd name="T10" fmla="*/ 0 w 14"/>
                  <a:gd name="T11" fmla="*/ 28 h 28"/>
                  <a:gd name="T12" fmla="*/ 0 w 14"/>
                  <a:gd name="T13" fmla="*/ 28 h 28"/>
                  <a:gd name="T14" fmla="*/ 0 w 14"/>
                  <a:gd name="T15" fmla="*/ 14 h 28"/>
                  <a:gd name="T16" fmla="*/ 0 w 14"/>
                  <a:gd name="T17" fmla="*/ 0 h 28"/>
                  <a:gd name="T18" fmla="*/ 0 w 14"/>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28"/>
                  <a:gd name="T32" fmla="*/ 14 w 14"/>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28">
                    <a:moveTo>
                      <a:pt x="0" y="0"/>
                    </a:moveTo>
                    <a:lnTo>
                      <a:pt x="14" y="0"/>
                    </a:lnTo>
                    <a:lnTo>
                      <a:pt x="14" y="14"/>
                    </a:lnTo>
                    <a:lnTo>
                      <a:pt x="14" y="28"/>
                    </a:lnTo>
                    <a:lnTo>
                      <a:pt x="0" y="28"/>
                    </a:lnTo>
                    <a:lnTo>
                      <a:pt x="0" y="14"/>
                    </a:lnTo>
                    <a:lnTo>
                      <a:pt x="0" y="0"/>
                    </a:lnTo>
                    <a:close/>
                  </a:path>
                </a:pathLst>
              </a:custGeom>
              <a:solidFill>
                <a:srgbClr val="999999"/>
              </a:solidFill>
              <a:ln w="31750">
                <a:solidFill>
                  <a:srgbClr val="999999"/>
                </a:solidFill>
                <a:prstDash val="solid"/>
                <a:round/>
                <a:headEnd/>
                <a:tailEnd/>
              </a:ln>
            </p:spPr>
            <p:txBody>
              <a:bodyPr/>
              <a:lstStyle/>
              <a:p>
                <a:endParaRPr lang="en-US" sz="2215"/>
              </a:p>
            </p:txBody>
          </p:sp>
          <p:pic>
            <p:nvPicPr>
              <p:cNvPr id="36313" name="Picture 171">
                <a:extLst>
                  <a:ext uri="{FF2B5EF4-FFF2-40B4-BE49-F238E27FC236}">
                    <a16:creationId xmlns:a16="http://schemas.microsoft.com/office/drawing/2014/main" id="{D7A3587C-A332-467E-A023-38B7B4D25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3" y="1685"/>
                <a:ext cx="69" cy="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314" name="Freeform 172">
                <a:extLst>
                  <a:ext uri="{FF2B5EF4-FFF2-40B4-BE49-F238E27FC236}">
                    <a16:creationId xmlns:a16="http://schemas.microsoft.com/office/drawing/2014/main" id="{2774578B-98E5-4DF7-8025-4BABDDC4B841}"/>
                  </a:ext>
                </a:extLst>
              </p:cNvPr>
              <p:cNvSpPr>
                <a:spLocks/>
              </p:cNvSpPr>
              <p:nvPr/>
            </p:nvSpPr>
            <p:spPr bwMode="auto">
              <a:xfrm>
                <a:off x="5244" y="182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315" name="Line 173">
                <a:extLst>
                  <a:ext uri="{FF2B5EF4-FFF2-40B4-BE49-F238E27FC236}">
                    <a16:creationId xmlns:a16="http://schemas.microsoft.com/office/drawing/2014/main" id="{CCE52AE3-1323-4B1F-855A-909FDA2EDE16}"/>
                  </a:ext>
                </a:extLst>
              </p:cNvPr>
              <p:cNvSpPr>
                <a:spLocks noChangeShapeType="1"/>
              </p:cNvSpPr>
              <p:nvPr/>
            </p:nvSpPr>
            <p:spPr bwMode="auto">
              <a:xfrm>
                <a:off x="5258" y="1823"/>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16" name="Rectangle 174">
                <a:extLst>
                  <a:ext uri="{FF2B5EF4-FFF2-40B4-BE49-F238E27FC236}">
                    <a16:creationId xmlns:a16="http://schemas.microsoft.com/office/drawing/2014/main" id="{A2316B2B-694C-4F22-AD7C-23EC48AC8869}"/>
                  </a:ext>
                </a:extLst>
              </p:cNvPr>
              <p:cNvSpPr>
                <a:spLocks noChangeArrowheads="1"/>
              </p:cNvSpPr>
              <p:nvPr/>
            </p:nvSpPr>
            <p:spPr bwMode="auto">
              <a:xfrm>
                <a:off x="5106" y="1740"/>
                <a:ext cx="110" cy="28"/>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17" name="Freeform 175">
                <a:extLst>
                  <a:ext uri="{FF2B5EF4-FFF2-40B4-BE49-F238E27FC236}">
                    <a16:creationId xmlns:a16="http://schemas.microsoft.com/office/drawing/2014/main" id="{BDD2EA8E-B05E-4535-B7D9-3C74852C1B09}"/>
                  </a:ext>
                </a:extLst>
              </p:cNvPr>
              <p:cNvSpPr>
                <a:spLocks/>
              </p:cNvSpPr>
              <p:nvPr/>
            </p:nvSpPr>
            <p:spPr bwMode="auto">
              <a:xfrm>
                <a:off x="5092" y="1768"/>
                <a:ext cx="138" cy="14"/>
              </a:xfrm>
              <a:custGeom>
                <a:avLst/>
                <a:gdLst>
                  <a:gd name="T0" fmla="*/ 14 w 138"/>
                  <a:gd name="T1" fmla="*/ 0 h 14"/>
                  <a:gd name="T2" fmla="*/ 0 w 138"/>
                  <a:gd name="T3" fmla="*/ 14 h 14"/>
                  <a:gd name="T4" fmla="*/ 138 w 138"/>
                  <a:gd name="T5" fmla="*/ 14 h 14"/>
                  <a:gd name="T6" fmla="*/ 124 w 138"/>
                  <a:gd name="T7" fmla="*/ 0 h 14"/>
                  <a:gd name="T8" fmla="*/ 14 w 138"/>
                  <a:gd name="T9" fmla="*/ 0 h 14"/>
                  <a:gd name="T10" fmla="*/ 0 60000 65536"/>
                  <a:gd name="T11" fmla="*/ 0 60000 65536"/>
                  <a:gd name="T12" fmla="*/ 0 60000 65536"/>
                  <a:gd name="T13" fmla="*/ 0 60000 65536"/>
                  <a:gd name="T14" fmla="*/ 0 60000 65536"/>
                  <a:gd name="T15" fmla="*/ 0 w 138"/>
                  <a:gd name="T16" fmla="*/ 0 h 14"/>
                  <a:gd name="T17" fmla="*/ 138 w 138"/>
                  <a:gd name="T18" fmla="*/ 14 h 14"/>
                </a:gdLst>
                <a:ahLst/>
                <a:cxnLst>
                  <a:cxn ang="T10">
                    <a:pos x="T0" y="T1"/>
                  </a:cxn>
                  <a:cxn ang="T11">
                    <a:pos x="T2" y="T3"/>
                  </a:cxn>
                  <a:cxn ang="T12">
                    <a:pos x="T4" y="T5"/>
                  </a:cxn>
                  <a:cxn ang="T13">
                    <a:pos x="T6" y="T7"/>
                  </a:cxn>
                  <a:cxn ang="T14">
                    <a:pos x="T8" y="T9"/>
                  </a:cxn>
                </a:cxnLst>
                <a:rect l="T15" t="T16" r="T17" b="T18"/>
                <a:pathLst>
                  <a:path w="138" h="14">
                    <a:moveTo>
                      <a:pt x="14" y="0"/>
                    </a:moveTo>
                    <a:lnTo>
                      <a:pt x="0" y="14"/>
                    </a:lnTo>
                    <a:lnTo>
                      <a:pt x="138" y="14"/>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318" name="Line 176">
                <a:extLst>
                  <a:ext uri="{FF2B5EF4-FFF2-40B4-BE49-F238E27FC236}">
                    <a16:creationId xmlns:a16="http://schemas.microsoft.com/office/drawing/2014/main" id="{C922EB71-867D-4049-AADE-051450D67614}"/>
                  </a:ext>
                </a:extLst>
              </p:cNvPr>
              <p:cNvSpPr>
                <a:spLocks noChangeShapeType="1"/>
              </p:cNvSpPr>
              <p:nvPr/>
            </p:nvSpPr>
            <p:spPr bwMode="auto">
              <a:xfrm>
                <a:off x="5106" y="1782"/>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19" name="Line 177">
                <a:extLst>
                  <a:ext uri="{FF2B5EF4-FFF2-40B4-BE49-F238E27FC236}">
                    <a16:creationId xmlns:a16="http://schemas.microsoft.com/office/drawing/2014/main" id="{F06BF309-B55A-400C-8F32-124E334F5B0B}"/>
                  </a:ext>
                </a:extLst>
              </p:cNvPr>
              <p:cNvSpPr>
                <a:spLocks noChangeShapeType="1"/>
              </p:cNvSpPr>
              <p:nvPr/>
            </p:nvSpPr>
            <p:spPr bwMode="auto">
              <a:xfrm>
                <a:off x="5120" y="1768"/>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20" name="Line 178">
                <a:extLst>
                  <a:ext uri="{FF2B5EF4-FFF2-40B4-BE49-F238E27FC236}">
                    <a16:creationId xmlns:a16="http://schemas.microsoft.com/office/drawing/2014/main" id="{99EBF8C0-F897-4421-9613-8BD7C70F3ED6}"/>
                  </a:ext>
                </a:extLst>
              </p:cNvPr>
              <p:cNvSpPr>
                <a:spLocks noChangeShapeType="1"/>
              </p:cNvSpPr>
              <p:nvPr/>
            </p:nvSpPr>
            <p:spPr bwMode="auto">
              <a:xfrm>
                <a:off x="5106" y="1768"/>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21" name="Line 179">
                <a:extLst>
                  <a:ext uri="{FF2B5EF4-FFF2-40B4-BE49-F238E27FC236}">
                    <a16:creationId xmlns:a16="http://schemas.microsoft.com/office/drawing/2014/main" id="{26E35079-7C43-4B80-B3AF-61270D80DD1D}"/>
                  </a:ext>
                </a:extLst>
              </p:cNvPr>
              <p:cNvSpPr>
                <a:spLocks noChangeShapeType="1"/>
              </p:cNvSpPr>
              <p:nvPr/>
            </p:nvSpPr>
            <p:spPr bwMode="auto">
              <a:xfrm>
                <a:off x="5147" y="1782"/>
                <a:ext cx="4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22" name="Line 180">
                <a:extLst>
                  <a:ext uri="{FF2B5EF4-FFF2-40B4-BE49-F238E27FC236}">
                    <a16:creationId xmlns:a16="http://schemas.microsoft.com/office/drawing/2014/main" id="{323B4C86-0E1B-4B1A-A838-646418932EA9}"/>
                  </a:ext>
                </a:extLst>
              </p:cNvPr>
              <p:cNvSpPr>
                <a:spLocks noChangeShapeType="1"/>
              </p:cNvSpPr>
              <p:nvPr/>
            </p:nvSpPr>
            <p:spPr bwMode="auto">
              <a:xfrm>
                <a:off x="5189" y="1768"/>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23" name="Line 181">
                <a:extLst>
                  <a:ext uri="{FF2B5EF4-FFF2-40B4-BE49-F238E27FC236}">
                    <a16:creationId xmlns:a16="http://schemas.microsoft.com/office/drawing/2014/main" id="{6B96EB38-E493-4C48-970C-FCEC73753C77}"/>
                  </a:ext>
                </a:extLst>
              </p:cNvPr>
              <p:cNvSpPr>
                <a:spLocks noChangeShapeType="1"/>
              </p:cNvSpPr>
              <p:nvPr/>
            </p:nvSpPr>
            <p:spPr bwMode="auto">
              <a:xfrm>
                <a:off x="5202" y="1782"/>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24" name="Rectangle 182">
                <a:extLst>
                  <a:ext uri="{FF2B5EF4-FFF2-40B4-BE49-F238E27FC236}">
                    <a16:creationId xmlns:a16="http://schemas.microsoft.com/office/drawing/2014/main" id="{F5A1339B-8F64-4C22-BABC-0B73FDC7EEA3}"/>
                  </a:ext>
                </a:extLst>
              </p:cNvPr>
              <p:cNvSpPr>
                <a:spLocks noChangeArrowheads="1"/>
              </p:cNvSpPr>
              <p:nvPr/>
            </p:nvSpPr>
            <p:spPr bwMode="auto">
              <a:xfrm>
                <a:off x="5161" y="1671"/>
                <a:ext cx="28"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25" name="Rectangle 183">
                <a:extLst>
                  <a:ext uri="{FF2B5EF4-FFF2-40B4-BE49-F238E27FC236}">
                    <a16:creationId xmlns:a16="http://schemas.microsoft.com/office/drawing/2014/main" id="{B610FDEC-06D1-4475-B61C-B4501675BF1D}"/>
                  </a:ext>
                </a:extLst>
              </p:cNvPr>
              <p:cNvSpPr>
                <a:spLocks noChangeArrowheads="1"/>
              </p:cNvSpPr>
              <p:nvPr/>
            </p:nvSpPr>
            <p:spPr bwMode="auto">
              <a:xfrm>
                <a:off x="5161" y="1671"/>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26" name="Freeform 184">
                <a:extLst>
                  <a:ext uri="{FF2B5EF4-FFF2-40B4-BE49-F238E27FC236}">
                    <a16:creationId xmlns:a16="http://schemas.microsoft.com/office/drawing/2014/main" id="{D5928368-A407-46AF-9100-12A94554265C}"/>
                  </a:ext>
                </a:extLst>
              </p:cNvPr>
              <p:cNvSpPr>
                <a:spLocks/>
              </p:cNvSpPr>
              <p:nvPr/>
            </p:nvSpPr>
            <p:spPr bwMode="auto">
              <a:xfrm>
                <a:off x="5589" y="1878"/>
                <a:ext cx="41" cy="69"/>
              </a:xfrm>
              <a:custGeom>
                <a:avLst/>
                <a:gdLst>
                  <a:gd name="T0" fmla="*/ 0 w 41"/>
                  <a:gd name="T1" fmla="*/ 0 h 69"/>
                  <a:gd name="T2" fmla="*/ 41 w 41"/>
                  <a:gd name="T3" fmla="*/ 14 h 69"/>
                  <a:gd name="T4" fmla="*/ 41 w 41"/>
                  <a:gd name="T5" fmla="*/ 69 h 69"/>
                  <a:gd name="T6" fmla="*/ 0 60000 65536"/>
                  <a:gd name="T7" fmla="*/ 0 60000 65536"/>
                  <a:gd name="T8" fmla="*/ 0 60000 65536"/>
                  <a:gd name="T9" fmla="*/ 0 w 41"/>
                  <a:gd name="T10" fmla="*/ 0 h 69"/>
                  <a:gd name="T11" fmla="*/ 41 w 41"/>
                  <a:gd name="T12" fmla="*/ 69 h 69"/>
                </a:gdLst>
                <a:ahLst/>
                <a:cxnLst>
                  <a:cxn ang="T6">
                    <a:pos x="T0" y="T1"/>
                  </a:cxn>
                  <a:cxn ang="T7">
                    <a:pos x="T2" y="T3"/>
                  </a:cxn>
                  <a:cxn ang="T8">
                    <a:pos x="T4" y="T5"/>
                  </a:cxn>
                </a:cxnLst>
                <a:rect l="T9" t="T10" r="T11" b="T12"/>
                <a:pathLst>
                  <a:path w="41" h="69">
                    <a:moveTo>
                      <a:pt x="0" y="0"/>
                    </a:moveTo>
                    <a:lnTo>
                      <a:pt x="41" y="14"/>
                    </a:lnTo>
                    <a:lnTo>
                      <a:pt x="41"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327" name="AutoShape 185">
                <a:extLst>
                  <a:ext uri="{FF2B5EF4-FFF2-40B4-BE49-F238E27FC236}">
                    <a16:creationId xmlns:a16="http://schemas.microsoft.com/office/drawing/2014/main" id="{DF19E565-2229-4501-8029-24C2866C98B0}"/>
                  </a:ext>
                </a:extLst>
              </p:cNvPr>
              <p:cNvSpPr>
                <a:spLocks noChangeArrowheads="1"/>
              </p:cNvSpPr>
              <p:nvPr/>
            </p:nvSpPr>
            <p:spPr bwMode="auto">
              <a:xfrm>
                <a:off x="5478" y="1795"/>
                <a:ext cx="111"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28" name="AutoShape 186">
                <a:extLst>
                  <a:ext uri="{FF2B5EF4-FFF2-40B4-BE49-F238E27FC236}">
                    <a16:creationId xmlns:a16="http://schemas.microsoft.com/office/drawing/2014/main" id="{C55517AB-5DFE-4FEE-9CA6-4CC12A0EFECA}"/>
                  </a:ext>
                </a:extLst>
              </p:cNvPr>
              <p:cNvSpPr>
                <a:spLocks noChangeArrowheads="1"/>
              </p:cNvSpPr>
              <p:nvPr/>
            </p:nvSpPr>
            <p:spPr bwMode="auto">
              <a:xfrm>
                <a:off x="5465" y="1782"/>
                <a:ext cx="138" cy="110"/>
              </a:xfrm>
              <a:prstGeom prst="roundRect">
                <a:avLst>
                  <a:gd name="adj" fmla="val 40454"/>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29" name="Rectangle 187">
                <a:extLst>
                  <a:ext uri="{FF2B5EF4-FFF2-40B4-BE49-F238E27FC236}">
                    <a16:creationId xmlns:a16="http://schemas.microsoft.com/office/drawing/2014/main" id="{1D4553D1-97C2-4B40-B211-950804C4E3EB}"/>
                  </a:ext>
                </a:extLst>
              </p:cNvPr>
              <p:cNvSpPr>
                <a:spLocks noChangeArrowheads="1"/>
              </p:cNvSpPr>
              <p:nvPr/>
            </p:nvSpPr>
            <p:spPr bwMode="auto">
              <a:xfrm>
                <a:off x="5492" y="1809"/>
                <a:ext cx="8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30" name="Rectangle 188">
                <a:extLst>
                  <a:ext uri="{FF2B5EF4-FFF2-40B4-BE49-F238E27FC236}">
                    <a16:creationId xmlns:a16="http://schemas.microsoft.com/office/drawing/2014/main" id="{9C8A53A6-FBCC-40F7-8989-B11F0C433538}"/>
                  </a:ext>
                </a:extLst>
              </p:cNvPr>
              <p:cNvSpPr>
                <a:spLocks noChangeArrowheads="1"/>
              </p:cNvSpPr>
              <p:nvPr/>
            </p:nvSpPr>
            <p:spPr bwMode="auto">
              <a:xfrm>
                <a:off x="5492" y="1809"/>
                <a:ext cx="97"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31" name="Freeform 189">
                <a:extLst>
                  <a:ext uri="{FF2B5EF4-FFF2-40B4-BE49-F238E27FC236}">
                    <a16:creationId xmlns:a16="http://schemas.microsoft.com/office/drawing/2014/main" id="{AE90E3E6-5426-46E2-9DDA-518398C45143}"/>
                  </a:ext>
                </a:extLst>
              </p:cNvPr>
              <p:cNvSpPr>
                <a:spLocks/>
              </p:cNvSpPr>
              <p:nvPr/>
            </p:nvSpPr>
            <p:spPr bwMode="auto">
              <a:xfrm>
                <a:off x="5616" y="1933"/>
                <a:ext cx="28" cy="42"/>
              </a:xfrm>
              <a:custGeom>
                <a:avLst/>
                <a:gdLst>
                  <a:gd name="T0" fmla="*/ 14 w 28"/>
                  <a:gd name="T1" fmla="*/ 0 h 42"/>
                  <a:gd name="T2" fmla="*/ 14 w 28"/>
                  <a:gd name="T3" fmla="*/ 0 h 42"/>
                  <a:gd name="T4" fmla="*/ 28 w 28"/>
                  <a:gd name="T5" fmla="*/ 14 h 42"/>
                  <a:gd name="T6" fmla="*/ 28 w 28"/>
                  <a:gd name="T7" fmla="*/ 28 h 42"/>
                  <a:gd name="T8" fmla="*/ 14 w 28"/>
                  <a:gd name="T9" fmla="*/ 42 h 42"/>
                  <a:gd name="T10" fmla="*/ 14 w 28"/>
                  <a:gd name="T11" fmla="*/ 42 h 42"/>
                  <a:gd name="T12" fmla="*/ 0 w 28"/>
                  <a:gd name="T13" fmla="*/ 28 h 42"/>
                  <a:gd name="T14" fmla="*/ 0 w 28"/>
                  <a:gd name="T15" fmla="*/ 14 h 42"/>
                  <a:gd name="T16" fmla="*/ 0 w 28"/>
                  <a:gd name="T17" fmla="*/ 0 h 42"/>
                  <a:gd name="T18" fmla="*/ 14 w 28"/>
                  <a:gd name="T19" fmla="*/ 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2"/>
                  <a:gd name="T32" fmla="*/ 28 w 28"/>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2">
                    <a:moveTo>
                      <a:pt x="14" y="0"/>
                    </a:moveTo>
                    <a:lnTo>
                      <a:pt x="14" y="0"/>
                    </a:lnTo>
                    <a:lnTo>
                      <a:pt x="28" y="14"/>
                    </a:lnTo>
                    <a:lnTo>
                      <a:pt x="28" y="28"/>
                    </a:lnTo>
                    <a:lnTo>
                      <a:pt x="14" y="42"/>
                    </a:lnTo>
                    <a:lnTo>
                      <a:pt x="0" y="28"/>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2215"/>
              </a:p>
            </p:txBody>
          </p:sp>
          <p:pic>
            <p:nvPicPr>
              <p:cNvPr id="36332" name="Picture 190">
                <a:extLst>
                  <a:ext uri="{FF2B5EF4-FFF2-40B4-BE49-F238E27FC236}">
                    <a16:creationId xmlns:a16="http://schemas.microsoft.com/office/drawing/2014/main" id="{547BA30C-A4B3-40C6-A1D9-6E5BAF647A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6" y="1823"/>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333" name="Line 191">
                <a:extLst>
                  <a:ext uri="{FF2B5EF4-FFF2-40B4-BE49-F238E27FC236}">
                    <a16:creationId xmlns:a16="http://schemas.microsoft.com/office/drawing/2014/main" id="{48732B0F-2B61-4461-9709-ACEBDD523027}"/>
                  </a:ext>
                </a:extLst>
              </p:cNvPr>
              <p:cNvSpPr>
                <a:spLocks noChangeShapeType="1"/>
              </p:cNvSpPr>
              <p:nvPr/>
            </p:nvSpPr>
            <p:spPr bwMode="auto">
              <a:xfrm>
                <a:off x="5616" y="1947"/>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34" name="Line 192">
                <a:extLst>
                  <a:ext uri="{FF2B5EF4-FFF2-40B4-BE49-F238E27FC236}">
                    <a16:creationId xmlns:a16="http://schemas.microsoft.com/office/drawing/2014/main" id="{9F5653DD-D465-4043-922F-57D0C2AD6AE6}"/>
                  </a:ext>
                </a:extLst>
              </p:cNvPr>
              <p:cNvSpPr>
                <a:spLocks noChangeShapeType="1"/>
              </p:cNvSpPr>
              <p:nvPr/>
            </p:nvSpPr>
            <p:spPr bwMode="auto">
              <a:xfrm>
                <a:off x="5630" y="1947"/>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35" name="Line 193">
                <a:extLst>
                  <a:ext uri="{FF2B5EF4-FFF2-40B4-BE49-F238E27FC236}">
                    <a16:creationId xmlns:a16="http://schemas.microsoft.com/office/drawing/2014/main" id="{380371BD-DD3C-4303-9561-688DC52A2ACA}"/>
                  </a:ext>
                </a:extLst>
              </p:cNvPr>
              <p:cNvSpPr>
                <a:spLocks noChangeShapeType="1"/>
              </p:cNvSpPr>
              <p:nvPr/>
            </p:nvSpPr>
            <p:spPr bwMode="auto">
              <a:xfrm>
                <a:off x="5630" y="1947"/>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36" name="Rectangle 194">
                <a:extLst>
                  <a:ext uri="{FF2B5EF4-FFF2-40B4-BE49-F238E27FC236}">
                    <a16:creationId xmlns:a16="http://schemas.microsoft.com/office/drawing/2014/main" id="{75A518CD-C3ED-4B29-BAE8-0EE1090B25DF}"/>
                  </a:ext>
                </a:extLst>
              </p:cNvPr>
              <p:cNvSpPr>
                <a:spLocks noChangeArrowheads="1"/>
              </p:cNvSpPr>
              <p:nvPr/>
            </p:nvSpPr>
            <p:spPr bwMode="auto">
              <a:xfrm>
                <a:off x="5492" y="1878"/>
                <a:ext cx="97" cy="14"/>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37" name="Freeform 195">
                <a:extLst>
                  <a:ext uri="{FF2B5EF4-FFF2-40B4-BE49-F238E27FC236}">
                    <a16:creationId xmlns:a16="http://schemas.microsoft.com/office/drawing/2014/main" id="{22DB17C0-8840-4ABD-BE49-140B78BD58DF}"/>
                  </a:ext>
                </a:extLst>
              </p:cNvPr>
              <p:cNvSpPr>
                <a:spLocks/>
              </p:cNvSpPr>
              <p:nvPr/>
            </p:nvSpPr>
            <p:spPr bwMode="auto">
              <a:xfrm>
                <a:off x="5478" y="1892"/>
                <a:ext cx="125" cy="28"/>
              </a:xfrm>
              <a:custGeom>
                <a:avLst/>
                <a:gdLst>
                  <a:gd name="T0" fmla="*/ 14 w 125"/>
                  <a:gd name="T1" fmla="*/ 0 h 28"/>
                  <a:gd name="T2" fmla="*/ 0 w 125"/>
                  <a:gd name="T3" fmla="*/ 28 h 28"/>
                  <a:gd name="T4" fmla="*/ 125 w 125"/>
                  <a:gd name="T5" fmla="*/ 28 h 28"/>
                  <a:gd name="T6" fmla="*/ 111 w 125"/>
                  <a:gd name="T7" fmla="*/ 0 h 28"/>
                  <a:gd name="T8" fmla="*/ 14 w 125"/>
                  <a:gd name="T9" fmla="*/ 0 h 28"/>
                  <a:gd name="T10" fmla="*/ 0 60000 65536"/>
                  <a:gd name="T11" fmla="*/ 0 60000 65536"/>
                  <a:gd name="T12" fmla="*/ 0 60000 65536"/>
                  <a:gd name="T13" fmla="*/ 0 60000 65536"/>
                  <a:gd name="T14" fmla="*/ 0 60000 65536"/>
                  <a:gd name="T15" fmla="*/ 0 w 125"/>
                  <a:gd name="T16" fmla="*/ 0 h 28"/>
                  <a:gd name="T17" fmla="*/ 125 w 125"/>
                  <a:gd name="T18" fmla="*/ 28 h 28"/>
                </a:gdLst>
                <a:ahLst/>
                <a:cxnLst>
                  <a:cxn ang="T10">
                    <a:pos x="T0" y="T1"/>
                  </a:cxn>
                  <a:cxn ang="T11">
                    <a:pos x="T2" y="T3"/>
                  </a:cxn>
                  <a:cxn ang="T12">
                    <a:pos x="T4" y="T5"/>
                  </a:cxn>
                  <a:cxn ang="T13">
                    <a:pos x="T6" y="T7"/>
                  </a:cxn>
                  <a:cxn ang="T14">
                    <a:pos x="T8" y="T9"/>
                  </a:cxn>
                </a:cxnLst>
                <a:rect l="T15" t="T16" r="T17" b="T18"/>
                <a:pathLst>
                  <a:path w="125" h="28">
                    <a:moveTo>
                      <a:pt x="14" y="0"/>
                    </a:moveTo>
                    <a:lnTo>
                      <a:pt x="0" y="28"/>
                    </a:lnTo>
                    <a:lnTo>
                      <a:pt x="125" y="28"/>
                    </a:lnTo>
                    <a:lnTo>
                      <a:pt x="111"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338" name="Line 196">
                <a:extLst>
                  <a:ext uri="{FF2B5EF4-FFF2-40B4-BE49-F238E27FC236}">
                    <a16:creationId xmlns:a16="http://schemas.microsoft.com/office/drawing/2014/main" id="{E69F7EDD-AB7D-4141-A673-FA83A21D10EA}"/>
                  </a:ext>
                </a:extLst>
              </p:cNvPr>
              <p:cNvSpPr>
                <a:spLocks noChangeShapeType="1"/>
              </p:cNvSpPr>
              <p:nvPr/>
            </p:nvSpPr>
            <p:spPr bwMode="auto">
              <a:xfrm>
                <a:off x="5492" y="1906"/>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39" name="Line 197">
                <a:extLst>
                  <a:ext uri="{FF2B5EF4-FFF2-40B4-BE49-F238E27FC236}">
                    <a16:creationId xmlns:a16="http://schemas.microsoft.com/office/drawing/2014/main" id="{DDC8F429-CA52-4C06-8370-C9C0A814BBBF}"/>
                  </a:ext>
                </a:extLst>
              </p:cNvPr>
              <p:cNvSpPr>
                <a:spLocks noChangeShapeType="1"/>
              </p:cNvSpPr>
              <p:nvPr/>
            </p:nvSpPr>
            <p:spPr bwMode="auto">
              <a:xfrm>
                <a:off x="5492" y="1892"/>
                <a:ext cx="9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40" name="Line 198">
                <a:extLst>
                  <a:ext uri="{FF2B5EF4-FFF2-40B4-BE49-F238E27FC236}">
                    <a16:creationId xmlns:a16="http://schemas.microsoft.com/office/drawing/2014/main" id="{F4B0C921-632B-49FB-AF9E-7121F555E15D}"/>
                  </a:ext>
                </a:extLst>
              </p:cNvPr>
              <p:cNvSpPr>
                <a:spLocks noChangeShapeType="1"/>
              </p:cNvSpPr>
              <p:nvPr/>
            </p:nvSpPr>
            <p:spPr bwMode="auto">
              <a:xfrm>
                <a:off x="5492" y="190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41" name="Line 199">
                <a:extLst>
                  <a:ext uri="{FF2B5EF4-FFF2-40B4-BE49-F238E27FC236}">
                    <a16:creationId xmlns:a16="http://schemas.microsoft.com/office/drawing/2014/main" id="{8610DF94-1F25-4529-9552-654EA1CA226B}"/>
                  </a:ext>
                </a:extLst>
              </p:cNvPr>
              <p:cNvSpPr>
                <a:spLocks noChangeShapeType="1"/>
              </p:cNvSpPr>
              <p:nvPr/>
            </p:nvSpPr>
            <p:spPr bwMode="auto">
              <a:xfrm>
                <a:off x="5520" y="190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42" name="Line 200">
                <a:extLst>
                  <a:ext uri="{FF2B5EF4-FFF2-40B4-BE49-F238E27FC236}">
                    <a16:creationId xmlns:a16="http://schemas.microsoft.com/office/drawing/2014/main" id="{63116616-4537-4FA5-A5D1-EB468FA9FA87}"/>
                  </a:ext>
                </a:extLst>
              </p:cNvPr>
              <p:cNvSpPr>
                <a:spLocks noChangeShapeType="1"/>
              </p:cNvSpPr>
              <p:nvPr/>
            </p:nvSpPr>
            <p:spPr bwMode="auto">
              <a:xfrm>
                <a:off x="5561" y="1906"/>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43" name="Line 201">
                <a:extLst>
                  <a:ext uri="{FF2B5EF4-FFF2-40B4-BE49-F238E27FC236}">
                    <a16:creationId xmlns:a16="http://schemas.microsoft.com/office/drawing/2014/main" id="{632A8C5F-1391-452F-9C44-B0A7D8DAD869}"/>
                  </a:ext>
                </a:extLst>
              </p:cNvPr>
              <p:cNvSpPr>
                <a:spLocks noChangeShapeType="1"/>
              </p:cNvSpPr>
              <p:nvPr/>
            </p:nvSpPr>
            <p:spPr bwMode="auto">
              <a:xfrm>
                <a:off x="5575" y="1906"/>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344" name="Rectangle 202">
                <a:extLst>
                  <a:ext uri="{FF2B5EF4-FFF2-40B4-BE49-F238E27FC236}">
                    <a16:creationId xmlns:a16="http://schemas.microsoft.com/office/drawing/2014/main" id="{031D5D64-D2DB-481A-9ADE-AA7C86EF8B1F}"/>
                  </a:ext>
                </a:extLst>
              </p:cNvPr>
              <p:cNvSpPr>
                <a:spLocks noChangeArrowheads="1"/>
              </p:cNvSpPr>
              <p:nvPr/>
            </p:nvSpPr>
            <p:spPr bwMode="auto">
              <a:xfrm>
                <a:off x="5534" y="1795"/>
                <a:ext cx="27"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45" name="Rectangle 203">
                <a:extLst>
                  <a:ext uri="{FF2B5EF4-FFF2-40B4-BE49-F238E27FC236}">
                    <a16:creationId xmlns:a16="http://schemas.microsoft.com/office/drawing/2014/main" id="{6350E888-201A-43C8-AEDD-2DE6E965ABE0}"/>
                  </a:ext>
                </a:extLst>
              </p:cNvPr>
              <p:cNvSpPr>
                <a:spLocks noChangeArrowheads="1"/>
              </p:cNvSpPr>
              <p:nvPr/>
            </p:nvSpPr>
            <p:spPr bwMode="auto">
              <a:xfrm>
                <a:off x="5534" y="1795"/>
                <a:ext cx="41" cy="56"/>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346" name="Freeform 204">
                <a:extLst>
                  <a:ext uri="{FF2B5EF4-FFF2-40B4-BE49-F238E27FC236}">
                    <a16:creationId xmlns:a16="http://schemas.microsoft.com/office/drawing/2014/main" id="{4DA2043A-CBB6-442D-BFDC-60F5230A7B15}"/>
                  </a:ext>
                </a:extLst>
              </p:cNvPr>
              <p:cNvSpPr>
                <a:spLocks/>
              </p:cNvSpPr>
              <p:nvPr/>
            </p:nvSpPr>
            <p:spPr bwMode="auto">
              <a:xfrm>
                <a:off x="5547" y="2237"/>
                <a:ext cx="42" cy="55"/>
              </a:xfrm>
              <a:custGeom>
                <a:avLst/>
                <a:gdLst>
                  <a:gd name="T0" fmla="*/ 0 w 42"/>
                  <a:gd name="T1" fmla="*/ 0 h 55"/>
                  <a:gd name="T2" fmla="*/ 42 w 42"/>
                  <a:gd name="T3" fmla="*/ 0 h 55"/>
                  <a:gd name="T4" fmla="*/ 42 w 42"/>
                  <a:gd name="T5" fmla="*/ 55 h 55"/>
                  <a:gd name="T6" fmla="*/ 0 60000 65536"/>
                  <a:gd name="T7" fmla="*/ 0 60000 65536"/>
                  <a:gd name="T8" fmla="*/ 0 60000 65536"/>
                  <a:gd name="T9" fmla="*/ 0 w 42"/>
                  <a:gd name="T10" fmla="*/ 0 h 55"/>
                  <a:gd name="T11" fmla="*/ 42 w 42"/>
                  <a:gd name="T12" fmla="*/ 55 h 55"/>
                </a:gdLst>
                <a:ahLst/>
                <a:cxnLst>
                  <a:cxn ang="T6">
                    <a:pos x="T0" y="T1"/>
                  </a:cxn>
                  <a:cxn ang="T7">
                    <a:pos x="T2" y="T3"/>
                  </a:cxn>
                  <a:cxn ang="T8">
                    <a:pos x="T4" y="T5"/>
                  </a:cxn>
                </a:cxnLst>
                <a:rect l="T9" t="T10" r="T11" b="T12"/>
                <a:pathLst>
                  <a:path w="42" h="55">
                    <a:moveTo>
                      <a:pt x="0" y="0"/>
                    </a:moveTo>
                    <a:lnTo>
                      <a:pt x="42" y="0"/>
                    </a:lnTo>
                    <a:lnTo>
                      <a:pt x="42" y="55"/>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grpSp>
        <p:sp>
          <p:nvSpPr>
            <p:cNvPr id="35845" name="AutoShape 205">
              <a:extLst>
                <a:ext uri="{FF2B5EF4-FFF2-40B4-BE49-F238E27FC236}">
                  <a16:creationId xmlns:a16="http://schemas.microsoft.com/office/drawing/2014/main" id="{19A5377C-02F3-4E1D-B5D0-1950876D20EE}"/>
                </a:ext>
              </a:extLst>
            </p:cNvPr>
            <p:cNvSpPr>
              <a:spLocks noChangeArrowheads="1"/>
            </p:cNvSpPr>
            <p:nvPr/>
          </p:nvSpPr>
          <p:spPr bwMode="auto">
            <a:xfrm>
              <a:off x="5451" y="2140"/>
              <a:ext cx="110"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46" name="AutoShape 206">
              <a:extLst>
                <a:ext uri="{FF2B5EF4-FFF2-40B4-BE49-F238E27FC236}">
                  <a16:creationId xmlns:a16="http://schemas.microsoft.com/office/drawing/2014/main" id="{C4D8CEF3-9D04-4C21-BF79-C741F638E5F8}"/>
                </a:ext>
              </a:extLst>
            </p:cNvPr>
            <p:cNvSpPr>
              <a:spLocks noChangeArrowheads="1"/>
            </p:cNvSpPr>
            <p:nvPr/>
          </p:nvSpPr>
          <p:spPr bwMode="auto">
            <a:xfrm>
              <a:off x="5437" y="2127"/>
              <a:ext cx="138" cy="110"/>
            </a:xfrm>
            <a:prstGeom prst="roundRect">
              <a:avLst>
                <a:gd name="adj" fmla="val 40454"/>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47" name="Rectangle 207">
              <a:extLst>
                <a:ext uri="{FF2B5EF4-FFF2-40B4-BE49-F238E27FC236}">
                  <a16:creationId xmlns:a16="http://schemas.microsoft.com/office/drawing/2014/main" id="{707F4694-77A4-454B-A7EC-7C92268D307B}"/>
                </a:ext>
              </a:extLst>
            </p:cNvPr>
            <p:cNvSpPr>
              <a:spLocks noChangeArrowheads="1"/>
            </p:cNvSpPr>
            <p:nvPr/>
          </p:nvSpPr>
          <p:spPr bwMode="auto">
            <a:xfrm>
              <a:off x="5465" y="2168"/>
              <a:ext cx="8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48" name="Rectangle 208">
              <a:extLst>
                <a:ext uri="{FF2B5EF4-FFF2-40B4-BE49-F238E27FC236}">
                  <a16:creationId xmlns:a16="http://schemas.microsoft.com/office/drawing/2014/main" id="{8B164E02-C907-417F-B273-31C6BB534090}"/>
                </a:ext>
              </a:extLst>
            </p:cNvPr>
            <p:cNvSpPr>
              <a:spLocks noChangeArrowheads="1"/>
            </p:cNvSpPr>
            <p:nvPr/>
          </p:nvSpPr>
          <p:spPr bwMode="auto">
            <a:xfrm>
              <a:off x="5465" y="2168"/>
              <a:ext cx="96"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49" name="Freeform 209">
              <a:extLst>
                <a:ext uri="{FF2B5EF4-FFF2-40B4-BE49-F238E27FC236}">
                  <a16:creationId xmlns:a16="http://schemas.microsoft.com/office/drawing/2014/main" id="{29A20C7E-77BC-477C-8426-670E1FF056AF}"/>
                </a:ext>
              </a:extLst>
            </p:cNvPr>
            <p:cNvSpPr>
              <a:spLocks/>
            </p:cNvSpPr>
            <p:nvPr/>
          </p:nvSpPr>
          <p:spPr bwMode="auto">
            <a:xfrm>
              <a:off x="5575" y="2292"/>
              <a:ext cx="28" cy="28"/>
            </a:xfrm>
            <a:custGeom>
              <a:avLst/>
              <a:gdLst>
                <a:gd name="T0" fmla="*/ 14 w 28"/>
                <a:gd name="T1" fmla="*/ 0 h 28"/>
                <a:gd name="T2" fmla="*/ 14 w 28"/>
                <a:gd name="T3" fmla="*/ 0 h 28"/>
                <a:gd name="T4" fmla="*/ 28 w 28"/>
                <a:gd name="T5" fmla="*/ 0 h 28"/>
                <a:gd name="T6" fmla="*/ 28 w 28"/>
                <a:gd name="T7" fmla="*/ 14 h 28"/>
                <a:gd name="T8" fmla="*/ 14 w 28"/>
                <a:gd name="T9" fmla="*/ 28 h 28"/>
                <a:gd name="T10" fmla="*/ 14 w 28"/>
                <a:gd name="T11" fmla="*/ 28 h 28"/>
                <a:gd name="T12" fmla="*/ 0 w 28"/>
                <a:gd name="T13" fmla="*/ 14 h 28"/>
                <a:gd name="T14" fmla="*/ 0 w 28"/>
                <a:gd name="T15" fmla="*/ 0 h 28"/>
                <a:gd name="T16" fmla="*/ 0 w 28"/>
                <a:gd name="T17" fmla="*/ 0 h 28"/>
                <a:gd name="T18" fmla="*/ 14 w 28"/>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8"/>
                <a:gd name="T32" fmla="*/ 28 w 28"/>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8">
                  <a:moveTo>
                    <a:pt x="14" y="0"/>
                  </a:moveTo>
                  <a:lnTo>
                    <a:pt x="14" y="0"/>
                  </a:lnTo>
                  <a:lnTo>
                    <a:pt x="28" y="0"/>
                  </a:lnTo>
                  <a:lnTo>
                    <a:pt x="28" y="14"/>
                  </a:lnTo>
                  <a:lnTo>
                    <a:pt x="14" y="28"/>
                  </a:lnTo>
                  <a:lnTo>
                    <a:pt x="0" y="14"/>
                  </a:lnTo>
                  <a:lnTo>
                    <a:pt x="0" y="0"/>
                  </a:lnTo>
                  <a:lnTo>
                    <a:pt x="14" y="0"/>
                  </a:lnTo>
                  <a:close/>
                </a:path>
              </a:pathLst>
            </a:custGeom>
            <a:solidFill>
              <a:srgbClr val="999999"/>
            </a:solidFill>
            <a:ln w="31750">
              <a:solidFill>
                <a:srgbClr val="999999"/>
              </a:solidFill>
              <a:prstDash val="solid"/>
              <a:round/>
              <a:headEnd/>
              <a:tailEnd/>
            </a:ln>
          </p:spPr>
          <p:txBody>
            <a:bodyPr/>
            <a:lstStyle/>
            <a:p>
              <a:endParaRPr lang="en-US" sz="2215"/>
            </a:p>
          </p:txBody>
        </p:sp>
        <p:pic>
          <p:nvPicPr>
            <p:cNvPr id="35850" name="Picture 210">
              <a:extLst>
                <a:ext uri="{FF2B5EF4-FFF2-40B4-BE49-F238E27FC236}">
                  <a16:creationId xmlns:a16="http://schemas.microsoft.com/office/drawing/2014/main" id="{4D77D05B-924B-4C52-8CF7-52E0AC2AE8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5" y="2168"/>
              <a:ext cx="82"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1" name="Line 211">
              <a:extLst>
                <a:ext uri="{FF2B5EF4-FFF2-40B4-BE49-F238E27FC236}">
                  <a16:creationId xmlns:a16="http://schemas.microsoft.com/office/drawing/2014/main" id="{CEE659A7-D12B-4C92-9DDC-C81E781D4990}"/>
                </a:ext>
              </a:extLst>
            </p:cNvPr>
            <p:cNvSpPr>
              <a:spLocks noChangeShapeType="1"/>
            </p:cNvSpPr>
            <p:nvPr/>
          </p:nvSpPr>
          <p:spPr bwMode="auto">
            <a:xfrm>
              <a:off x="5589" y="2292"/>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52" name="Line 212">
              <a:extLst>
                <a:ext uri="{FF2B5EF4-FFF2-40B4-BE49-F238E27FC236}">
                  <a16:creationId xmlns:a16="http://schemas.microsoft.com/office/drawing/2014/main" id="{4A4DDBEB-8A64-405F-87CD-C53FDA7E7705}"/>
                </a:ext>
              </a:extLst>
            </p:cNvPr>
            <p:cNvSpPr>
              <a:spLocks noChangeShapeType="1"/>
            </p:cNvSpPr>
            <p:nvPr/>
          </p:nvSpPr>
          <p:spPr bwMode="auto">
            <a:xfrm>
              <a:off x="5589" y="2292"/>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53" name="Line 213">
              <a:extLst>
                <a:ext uri="{FF2B5EF4-FFF2-40B4-BE49-F238E27FC236}">
                  <a16:creationId xmlns:a16="http://schemas.microsoft.com/office/drawing/2014/main" id="{32069784-C867-4996-9E91-470BBC193E4C}"/>
                </a:ext>
              </a:extLst>
            </p:cNvPr>
            <p:cNvSpPr>
              <a:spLocks noChangeShapeType="1"/>
            </p:cNvSpPr>
            <p:nvPr/>
          </p:nvSpPr>
          <p:spPr bwMode="auto">
            <a:xfrm>
              <a:off x="5603" y="2292"/>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54" name="Rectangle 214">
              <a:extLst>
                <a:ext uri="{FF2B5EF4-FFF2-40B4-BE49-F238E27FC236}">
                  <a16:creationId xmlns:a16="http://schemas.microsoft.com/office/drawing/2014/main" id="{2E218296-F84A-49D9-8C14-E44A47DE52CA}"/>
                </a:ext>
              </a:extLst>
            </p:cNvPr>
            <p:cNvSpPr>
              <a:spLocks noChangeArrowheads="1"/>
            </p:cNvSpPr>
            <p:nvPr/>
          </p:nvSpPr>
          <p:spPr bwMode="auto">
            <a:xfrm>
              <a:off x="5451" y="2223"/>
              <a:ext cx="96" cy="14"/>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55" name="Freeform 215">
              <a:extLst>
                <a:ext uri="{FF2B5EF4-FFF2-40B4-BE49-F238E27FC236}">
                  <a16:creationId xmlns:a16="http://schemas.microsoft.com/office/drawing/2014/main" id="{AE997C04-49AE-467E-A34C-707900A0C0F3}"/>
                </a:ext>
              </a:extLst>
            </p:cNvPr>
            <p:cNvSpPr>
              <a:spLocks/>
            </p:cNvSpPr>
            <p:nvPr/>
          </p:nvSpPr>
          <p:spPr bwMode="auto">
            <a:xfrm>
              <a:off x="5437" y="2237"/>
              <a:ext cx="138" cy="28"/>
            </a:xfrm>
            <a:custGeom>
              <a:avLst/>
              <a:gdLst>
                <a:gd name="T0" fmla="*/ 14 w 138"/>
                <a:gd name="T1" fmla="*/ 0 h 28"/>
                <a:gd name="T2" fmla="*/ 0 w 138"/>
                <a:gd name="T3" fmla="*/ 28 h 28"/>
                <a:gd name="T4" fmla="*/ 138 w 138"/>
                <a:gd name="T5" fmla="*/ 28 h 28"/>
                <a:gd name="T6" fmla="*/ 124 w 138"/>
                <a:gd name="T7" fmla="*/ 0 h 28"/>
                <a:gd name="T8" fmla="*/ 14 w 138"/>
                <a:gd name="T9" fmla="*/ 0 h 28"/>
                <a:gd name="T10" fmla="*/ 0 60000 65536"/>
                <a:gd name="T11" fmla="*/ 0 60000 65536"/>
                <a:gd name="T12" fmla="*/ 0 60000 65536"/>
                <a:gd name="T13" fmla="*/ 0 60000 65536"/>
                <a:gd name="T14" fmla="*/ 0 60000 65536"/>
                <a:gd name="T15" fmla="*/ 0 w 138"/>
                <a:gd name="T16" fmla="*/ 0 h 28"/>
                <a:gd name="T17" fmla="*/ 138 w 138"/>
                <a:gd name="T18" fmla="*/ 28 h 28"/>
              </a:gdLst>
              <a:ahLst/>
              <a:cxnLst>
                <a:cxn ang="T10">
                  <a:pos x="T0" y="T1"/>
                </a:cxn>
                <a:cxn ang="T11">
                  <a:pos x="T2" y="T3"/>
                </a:cxn>
                <a:cxn ang="T12">
                  <a:pos x="T4" y="T5"/>
                </a:cxn>
                <a:cxn ang="T13">
                  <a:pos x="T6" y="T7"/>
                </a:cxn>
                <a:cxn ang="T14">
                  <a:pos x="T8" y="T9"/>
                </a:cxn>
              </a:cxnLst>
              <a:rect l="T15" t="T16" r="T17" b="T18"/>
              <a:pathLst>
                <a:path w="138" h="28">
                  <a:moveTo>
                    <a:pt x="14" y="0"/>
                  </a:moveTo>
                  <a:lnTo>
                    <a:pt x="0" y="28"/>
                  </a:lnTo>
                  <a:lnTo>
                    <a:pt x="138"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856" name="Line 216">
              <a:extLst>
                <a:ext uri="{FF2B5EF4-FFF2-40B4-BE49-F238E27FC236}">
                  <a16:creationId xmlns:a16="http://schemas.microsoft.com/office/drawing/2014/main" id="{9176A4C9-201D-4EA0-8042-26A41D14C67D}"/>
                </a:ext>
              </a:extLst>
            </p:cNvPr>
            <p:cNvSpPr>
              <a:spLocks noChangeShapeType="1"/>
            </p:cNvSpPr>
            <p:nvPr/>
          </p:nvSpPr>
          <p:spPr bwMode="auto">
            <a:xfrm>
              <a:off x="5451" y="2265"/>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57" name="Line 217">
              <a:extLst>
                <a:ext uri="{FF2B5EF4-FFF2-40B4-BE49-F238E27FC236}">
                  <a16:creationId xmlns:a16="http://schemas.microsoft.com/office/drawing/2014/main" id="{9BF900D1-3C9F-4F2C-A837-3C49B28DAECB}"/>
                </a:ext>
              </a:extLst>
            </p:cNvPr>
            <p:cNvSpPr>
              <a:spLocks noChangeShapeType="1"/>
            </p:cNvSpPr>
            <p:nvPr/>
          </p:nvSpPr>
          <p:spPr bwMode="auto">
            <a:xfrm>
              <a:off x="5465" y="2251"/>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58" name="Line 218">
              <a:extLst>
                <a:ext uri="{FF2B5EF4-FFF2-40B4-BE49-F238E27FC236}">
                  <a16:creationId xmlns:a16="http://schemas.microsoft.com/office/drawing/2014/main" id="{6AC197FC-F04E-475E-AECA-F463E607468A}"/>
                </a:ext>
              </a:extLst>
            </p:cNvPr>
            <p:cNvSpPr>
              <a:spLocks noChangeShapeType="1"/>
            </p:cNvSpPr>
            <p:nvPr/>
          </p:nvSpPr>
          <p:spPr bwMode="auto">
            <a:xfrm>
              <a:off x="5451" y="2251"/>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59" name="Freeform 219">
              <a:extLst>
                <a:ext uri="{FF2B5EF4-FFF2-40B4-BE49-F238E27FC236}">
                  <a16:creationId xmlns:a16="http://schemas.microsoft.com/office/drawing/2014/main" id="{A8F1F29B-4E48-4594-9F85-7DC17AF3B708}"/>
                </a:ext>
              </a:extLst>
            </p:cNvPr>
            <p:cNvSpPr>
              <a:spLocks/>
            </p:cNvSpPr>
            <p:nvPr/>
          </p:nvSpPr>
          <p:spPr bwMode="auto">
            <a:xfrm>
              <a:off x="5478" y="2251"/>
              <a:ext cx="83" cy="1"/>
            </a:xfrm>
            <a:custGeom>
              <a:avLst/>
              <a:gdLst>
                <a:gd name="T0" fmla="*/ 0 w 83"/>
                <a:gd name="T1" fmla="*/ 0 h 1"/>
                <a:gd name="T2" fmla="*/ 56 w 83"/>
                <a:gd name="T3" fmla="*/ 0 h 1"/>
                <a:gd name="T4" fmla="*/ 83 w 83"/>
                <a:gd name="T5" fmla="*/ 0 h 1"/>
                <a:gd name="T6" fmla="*/ 0 60000 65536"/>
                <a:gd name="T7" fmla="*/ 0 60000 65536"/>
                <a:gd name="T8" fmla="*/ 0 60000 65536"/>
                <a:gd name="T9" fmla="*/ 0 w 83"/>
                <a:gd name="T10" fmla="*/ 0 h 1"/>
                <a:gd name="T11" fmla="*/ 83 w 83"/>
                <a:gd name="T12" fmla="*/ 1 h 1"/>
              </a:gdLst>
              <a:ahLst/>
              <a:cxnLst>
                <a:cxn ang="T6">
                  <a:pos x="T0" y="T1"/>
                </a:cxn>
                <a:cxn ang="T7">
                  <a:pos x="T2" y="T3"/>
                </a:cxn>
                <a:cxn ang="T8">
                  <a:pos x="T4" y="T5"/>
                </a:cxn>
              </a:cxnLst>
              <a:rect l="T9" t="T10" r="T11" b="T12"/>
              <a:pathLst>
                <a:path w="83" h="1">
                  <a:moveTo>
                    <a:pt x="0" y="0"/>
                  </a:moveTo>
                  <a:lnTo>
                    <a:pt x="56" y="0"/>
                  </a:lnTo>
                  <a:lnTo>
                    <a:pt x="83"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860" name="Line 220">
              <a:extLst>
                <a:ext uri="{FF2B5EF4-FFF2-40B4-BE49-F238E27FC236}">
                  <a16:creationId xmlns:a16="http://schemas.microsoft.com/office/drawing/2014/main" id="{0D3C0731-F948-43EB-832A-3462CC883291}"/>
                </a:ext>
              </a:extLst>
            </p:cNvPr>
            <p:cNvSpPr>
              <a:spLocks noChangeShapeType="1"/>
            </p:cNvSpPr>
            <p:nvPr/>
          </p:nvSpPr>
          <p:spPr bwMode="auto">
            <a:xfrm>
              <a:off x="5547" y="2251"/>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61" name="Rectangle 221">
              <a:extLst>
                <a:ext uri="{FF2B5EF4-FFF2-40B4-BE49-F238E27FC236}">
                  <a16:creationId xmlns:a16="http://schemas.microsoft.com/office/drawing/2014/main" id="{8093E0E9-269A-4D1D-B732-7FE7659A88BF}"/>
                </a:ext>
              </a:extLst>
            </p:cNvPr>
            <p:cNvSpPr>
              <a:spLocks noChangeArrowheads="1"/>
            </p:cNvSpPr>
            <p:nvPr/>
          </p:nvSpPr>
          <p:spPr bwMode="auto">
            <a:xfrm>
              <a:off x="5492" y="2154"/>
              <a:ext cx="42"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62" name="Rectangle 222">
              <a:extLst>
                <a:ext uri="{FF2B5EF4-FFF2-40B4-BE49-F238E27FC236}">
                  <a16:creationId xmlns:a16="http://schemas.microsoft.com/office/drawing/2014/main" id="{F9999003-4FC8-4223-B18B-F9E88092AA4D}"/>
                </a:ext>
              </a:extLst>
            </p:cNvPr>
            <p:cNvSpPr>
              <a:spLocks noChangeArrowheads="1"/>
            </p:cNvSpPr>
            <p:nvPr/>
          </p:nvSpPr>
          <p:spPr bwMode="auto">
            <a:xfrm>
              <a:off x="5492" y="2154"/>
              <a:ext cx="55" cy="42"/>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63" name="Rectangle 223">
              <a:extLst>
                <a:ext uri="{FF2B5EF4-FFF2-40B4-BE49-F238E27FC236}">
                  <a16:creationId xmlns:a16="http://schemas.microsoft.com/office/drawing/2014/main" id="{2E0F9E9D-A5D5-4374-9FE4-286434905708}"/>
                </a:ext>
              </a:extLst>
            </p:cNvPr>
            <p:cNvSpPr>
              <a:spLocks noChangeArrowheads="1"/>
            </p:cNvSpPr>
            <p:nvPr/>
          </p:nvSpPr>
          <p:spPr bwMode="auto">
            <a:xfrm>
              <a:off x="4195" y="1188"/>
              <a:ext cx="83" cy="83"/>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64" name="Rectangle 224">
              <a:extLst>
                <a:ext uri="{FF2B5EF4-FFF2-40B4-BE49-F238E27FC236}">
                  <a16:creationId xmlns:a16="http://schemas.microsoft.com/office/drawing/2014/main" id="{DE4583D4-9E87-44D7-9A79-4985F2970BC0}"/>
                </a:ext>
              </a:extLst>
            </p:cNvPr>
            <p:cNvSpPr>
              <a:spLocks noChangeArrowheads="1"/>
            </p:cNvSpPr>
            <p:nvPr/>
          </p:nvSpPr>
          <p:spPr bwMode="auto">
            <a:xfrm>
              <a:off x="4195" y="1188"/>
              <a:ext cx="97" cy="97"/>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65" name="Rectangle 225">
              <a:extLst>
                <a:ext uri="{FF2B5EF4-FFF2-40B4-BE49-F238E27FC236}">
                  <a16:creationId xmlns:a16="http://schemas.microsoft.com/office/drawing/2014/main" id="{3E1E65E0-EB83-4141-A66C-24EB675FF0F6}"/>
                </a:ext>
              </a:extLst>
            </p:cNvPr>
            <p:cNvSpPr>
              <a:spLocks noChangeArrowheads="1"/>
            </p:cNvSpPr>
            <p:nvPr/>
          </p:nvSpPr>
          <p:spPr bwMode="auto">
            <a:xfrm>
              <a:off x="4402" y="1216"/>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66" name="Rectangle 226">
              <a:extLst>
                <a:ext uri="{FF2B5EF4-FFF2-40B4-BE49-F238E27FC236}">
                  <a16:creationId xmlns:a16="http://schemas.microsoft.com/office/drawing/2014/main" id="{AC716D56-5E71-40A1-8CAC-351083ADFEF5}"/>
                </a:ext>
              </a:extLst>
            </p:cNvPr>
            <p:cNvSpPr>
              <a:spLocks noChangeArrowheads="1"/>
            </p:cNvSpPr>
            <p:nvPr/>
          </p:nvSpPr>
          <p:spPr bwMode="auto">
            <a:xfrm>
              <a:off x="4402" y="1216"/>
              <a:ext cx="97"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67" name="Rectangle 227">
              <a:extLst>
                <a:ext uri="{FF2B5EF4-FFF2-40B4-BE49-F238E27FC236}">
                  <a16:creationId xmlns:a16="http://schemas.microsoft.com/office/drawing/2014/main" id="{08E18EED-0E5B-4960-A265-3AAF3FBCD283}"/>
                </a:ext>
              </a:extLst>
            </p:cNvPr>
            <p:cNvSpPr>
              <a:spLocks noChangeArrowheads="1"/>
            </p:cNvSpPr>
            <p:nvPr/>
          </p:nvSpPr>
          <p:spPr bwMode="auto">
            <a:xfrm>
              <a:off x="4609" y="1230"/>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68" name="Rectangle 228">
              <a:extLst>
                <a:ext uri="{FF2B5EF4-FFF2-40B4-BE49-F238E27FC236}">
                  <a16:creationId xmlns:a16="http://schemas.microsoft.com/office/drawing/2014/main" id="{14EC6E33-6D48-42DF-9E5B-B3F232D60D81}"/>
                </a:ext>
              </a:extLst>
            </p:cNvPr>
            <p:cNvSpPr>
              <a:spLocks noChangeArrowheads="1"/>
            </p:cNvSpPr>
            <p:nvPr/>
          </p:nvSpPr>
          <p:spPr bwMode="auto">
            <a:xfrm>
              <a:off x="4609" y="1230"/>
              <a:ext cx="97"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69" name="Rectangle 229">
              <a:extLst>
                <a:ext uri="{FF2B5EF4-FFF2-40B4-BE49-F238E27FC236}">
                  <a16:creationId xmlns:a16="http://schemas.microsoft.com/office/drawing/2014/main" id="{0C48C2E2-0EF2-47F8-9B95-449D6E4018DC}"/>
                </a:ext>
              </a:extLst>
            </p:cNvPr>
            <p:cNvSpPr>
              <a:spLocks noChangeArrowheads="1"/>
            </p:cNvSpPr>
            <p:nvPr/>
          </p:nvSpPr>
          <p:spPr bwMode="auto">
            <a:xfrm>
              <a:off x="4899" y="2265"/>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70" name="Rectangle 230">
              <a:extLst>
                <a:ext uri="{FF2B5EF4-FFF2-40B4-BE49-F238E27FC236}">
                  <a16:creationId xmlns:a16="http://schemas.microsoft.com/office/drawing/2014/main" id="{0541E896-BC38-4619-853D-88E072702DF8}"/>
                </a:ext>
              </a:extLst>
            </p:cNvPr>
            <p:cNvSpPr>
              <a:spLocks noChangeArrowheads="1"/>
            </p:cNvSpPr>
            <p:nvPr/>
          </p:nvSpPr>
          <p:spPr bwMode="auto">
            <a:xfrm>
              <a:off x="4899" y="2265"/>
              <a:ext cx="97" cy="82"/>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71" name="Rectangle 231">
              <a:extLst>
                <a:ext uri="{FF2B5EF4-FFF2-40B4-BE49-F238E27FC236}">
                  <a16:creationId xmlns:a16="http://schemas.microsoft.com/office/drawing/2014/main" id="{F2ACFCDE-D362-44BC-BC61-25C05BCC902E}"/>
                </a:ext>
              </a:extLst>
            </p:cNvPr>
            <p:cNvSpPr>
              <a:spLocks noChangeArrowheads="1"/>
            </p:cNvSpPr>
            <p:nvPr/>
          </p:nvSpPr>
          <p:spPr bwMode="auto">
            <a:xfrm>
              <a:off x="5064" y="2265"/>
              <a:ext cx="83" cy="82"/>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72" name="Rectangle 232">
              <a:extLst>
                <a:ext uri="{FF2B5EF4-FFF2-40B4-BE49-F238E27FC236}">
                  <a16:creationId xmlns:a16="http://schemas.microsoft.com/office/drawing/2014/main" id="{425EE197-FFEB-4314-BAD3-EAEE50167B9C}"/>
                </a:ext>
              </a:extLst>
            </p:cNvPr>
            <p:cNvSpPr>
              <a:spLocks noChangeArrowheads="1"/>
            </p:cNvSpPr>
            <p:nvPr/>
          </p:nvSpPr>
          <p:spPr bwMode="auto">
            <a:xfrm>
              <a:off x="5064" y="2265"/>
              <a:ext cx="97" cy="96"/>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73" name="Rectangle 233">
              <a:extLst>
                <a:ext uri="{FF2B5EF4-FFF2-40B4-BE49-F238E27FC236}">
                  <a16:creationId xmlns:a16="http://schemas.microsoft.com/office/drawing/2014/main" id="{0DD57AFF-2BF0-40FA-A6AC-DCB62120ECC9}"/>
                </a:ext>
              </a:extLst>
            </p:cNvPr>
            <p:cNvSpPr>
              <a:spLocks noChangeArrowheads="1"/>
            </p:cNvSpPr>
            <p:nvPr/>
          </p:nvSpPr>
          <p:spPr bwMode="auto">
            <a:xfrm>
              <a:off x="5285" y="3010"/>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74" name="Rectangle 234">
              <a:extLst>
                <a:ext uri="{FF2B5EF4-FFF2-40B4-BE49-F238E27FC236}">
                  <a16:creationId xmlns:a16="http://schemas.microsoft.com/office/drawing/2014/main" id="{49EFF825-6D05-422A-9A61-1C107F043342}"/>
                </a:ext>
              </a:extLst>
            </p:cNvPr>
            <p:cNvSpPr>
              <a:spLocks noChangeArrowheads="1"/>
            </p:cNvSpPr>
            <p:nvPr/>
          </p:nvSpPr>
          <p:spPr bwMode="auto">
            <a:xfrm>
              <a:off x="5285" y="3010"/>
              <a:ext cx="97" cy="82"/>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75" name="Rectangle 235">
              <a:extLst>
                <a:ext uri="{FF2B5EF4-FFF2-40B4-BE49-F238E27FC236}">
                  <a16:creationId xmlns:a16="http://schemas.microsoft.com/office/drawing/2014/main" id="{2733D2F4-5CDC-41AF-ABD2-2570BC720081}"/>
                </a:ext>
              </a:extLst>
            </p:cNvPr>
            <p:cNvSpPr>
              <a:spLocks noChangeArrowheads="1"/>
            </p:cNvSpPr>
            <p:nvPr/>
          </p:nvSpPr>
          <p:spPr bwMode="auto">
            <a:xfrm>
              <a:off x="5009" y="2982"/>
              <a:ext cx="83" cy="83"/>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76" name="Rectangle 236">
              <a:extLst>
                <a:ext uri="{FF2B5EF4-FFF2-40B4-BE49-F238E27FC236}">
                  <a16:creationId xmlns:a16="http://schemas.microsoft.com/office/drawing/2014/main" id="{5C1709C9-9DCE-49A9-8918-73838EF50B47}"/>
                </a:ext>
              </a:extLst>
            </p:cNvPr>
            <p:cNvSpPr>
              <a:spLocks noChangeArrowheads="1"/>
            </p:cNvSpPr>
            <p:nvPr/>
          </p:nvSpPr>
          <p:spPr bwMode="auto">
            <a:xfrm>
              <a:off x="5009" y="2982"/>
              <a:ext cx="97" cy="97"/>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77" name="Rectangle 237">
              <a:extLst>
                <a:ext uri="{FF2B5EF4-FFF2-40B4-BE49-F238E27FC236}">
                  <a16:creationId xmlns:a16="http://schemas.microsoft.com/office/drawing/2014/main" id="{6CDDE602-7A4D-44BF-9475-D27B407A4BA1}"/>
                </a:ext>
              </a:extLst>
            </p:cNvPr>
            <p:cNvSpPr>
              <a:spLocks noChangeArrowheads="1"/>
            </p:cNvSpPr>
            <p:nvPr/>
          </p:nvSpPr>
          <p:spPr bwMode="auto">
            <a:xfrm>
              <a:off x="5147" y="2954"/>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78" name="Rectangle 238">
              <a:extLst>
                <a:ext uri="{FF2B5EF4-FFF2-40B4-BE49-F238E27FC236}">
                  <a16:creationId xmlns:a16="http://schemas.microsoft.com/office/drawing/2014/main" id="{4D4CA5AF-0AD4-4D48-8B96-C0AFC4EFD335}"/>
                </a:ext>
              </a:extLst>
            </p:cNvPr>
            <p:cNvSpPr>
              <a:spLocks noChangeArrowheads="1"/>
            </p:cNvSpPr>
            <p:nvPr/>
          </p:nvSpPr>
          <p:spPr bwMode="auto">
            <a:xfrm>
              <a:off x="5147" y="2954"/>
              <a:ext cx="97"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79" name="Rectangle 239">
              <a:extLst>
                <a:ext uri="{FF2B5EF4-FFF2-40B4-BE49-F238E27FC236}">
                  <a16:creationId xmlns:a16="http://schemas.microsoft.com/office/drawing/2014/main" id="{3BE2C797-CC53-4B0A-9D63-449490233D92}"/>
                </a:ext>
              </a:extLst>
            </p:cNvPr>
            <p:cNvSpPr>
              <a:spLocks noChangeArrowheads="1"/>
            </p:cNvSpPr>
            <p:nvPr/>
          </p:nvSpPr>
          <p:spPr bwMode="auto">
            <a:xfrm>
              <a:off x="5478" y="2982"/>
              <a:ext cx="83" cy="83"/>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80" name="Rectangle 240">
              <a:extLst>
                <a:ext uri="{FF2B5EF4-FFF2-40B4-BE49-F238E27FC236}">
                  <a16:creationId xmlns:a16="http://schemas.microsoft.com/office/drawing/2014/main" id="{65C3A66A-C8D6-463F-AAB6-B99B6244423B}"/>
                </a:ext>
              </a:extLst>
            </p:cNvPr>
            <p:cNvSpPr>
              <a:spLocks noChangeArrowheads="1"/>
            </p:cNvSpPr>
            <p:nvPr/>
          </p:nvSpPr>
          <p:spPr bwMode="auto">
            <a:xfrm>
              <a:off x="5478" y="2982"/>
              <a:ext cx="97" cy="97"/>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81" name="Rectangle 241">
              <a:extLst>
                <a:ext uri="{FF2B5EF4-FFF2-40B4-BE49-F238E27FC236}">
                  <a16:creationId xmlns:a16="http://schemas.microsoft.com/office/drawing/2014/main" id="{3E3DA678-58DA-4E5E-8378-059BCA88A971}"/>
                </a:ext>
              </a:extLst>
            </p:cNvPr>
            <p:cNvSpPr>
              <a:spLocks noChangeArrowheads="1"/>
            </p:cNvSpPr>
            <p:nvPr/>
          </p:nvSpPr>
          <p:spPr bwMode="auto">
            <a:xfrm>
              <a:off x="1693" y="3250"/>
              <a:ext cx="37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292">
                  <a:solidFill>
                    <a:srgbClr val="000000"/>
                  </a:solidFill>
                  <a:latin typeface="Arial" panose="020B0604020202020204" pitchFamily="34" charset="0"/>
                </a:rPr>
                <a:t>server:</a:t>
              </a:r>
              <a:endParaRPr lang="en-GB" altLang="en-US" sz="2215">
                <a:latin typeface="Times" panose="02020603050405020304" pitchFamily="18" charset="0"/>
              </a:endParaRPr>
            </a:p>
          </p:txBody>
        </p:sp>
        <p:sp>
          <p:nvSpPr>
            <p:cNvPr id="35882" name="Freeform 242">
              <a:extLst>
                <a:ext uri="{FF2B5EF4-FFF2-40B4-BE49-F238E27FC236}">
                  <a16:creationId xmlns:a16="http://schemas.microsoft.com/office/drawing/2014/main" id="{7D7045AA-38C5-4D73-858E-BB4C27412D08}"/>
                </a:ext>
              </a:extLst>
            </p:cNvPr>
            <p:cNvSpPr>
              <a:spLocks/>
            </p:cNvSpPr>
            <p:nvPr/>
          </p:nvSpPr>
          <p:spPr bwMode="auto">
            <a:xfrm>
              <a:off x="2167" y="3120"/>
              <a:ext cx="41" cy="69"/>
            </a:xfrm>
            <a:custGeom>
              <a:avLst/>
              <a:gdLst>
                <a:gd name="T0" fmla="*/ 0 w 41"/>
                <a:gd name="T1" fmla="*/ 0 h 69"/>
                <a:gd name="T2" fmla="*/ 41 w 41"/>
                <a:gd name="T3" fmla="*/ 14 h 69"/>
                <a:gd name="T4" fmla="*/ 41 w 41"/>
                <a:gd name="T5" fmla="*/ 69 h 69"/>
                <a:gd name="T6" fmla="*/ 0 60000 65536"/>
                <a:gd name="T7" fmla="*/ 0 60000 65536"/>
                <a:gd name="T8" fmla="*/ 0 60000 65536"/>
                <a:gd name="T9" fmla="*/ 0 w 41"/>
                <a:gd name="T10" fmla="*/ 0 h 69"/>
                <a:gd name="T11" fmla="*/ 41 w 41"/>
                <a:gd name="T12" fmla="*/ 69 h 69"/>
              </a:gdLst>
              <a:ahLst/>
              <a:cxnLst>
                <a:cxn ang="T6">
                  <a:pos x="T0" y="T1"/>
                </a:cxn>
                <a:cxn ang="T7">
                  <a:pos x="T2" y="T3"/>
                </a:cxn>
                <a:cxn ang="T8">
                  <a:pos x="T4" y="T5"/>
                </a:cxn>
              </a:cxnLst>
              <a:rect l="T9" t="T10" r="T11" b="T12"/>
              <a:pathLst>
                <a:path w="41" h="69">
                  <a:moveTo>
                    <a:pt x="0" y="0"/>
                  </a:moveTo>
                  <a:lnTo>
                    <a:pt x="41" y="14"/>
                  </a:lnTo>
                  <a:lnTo>
                    <a:pt x="41"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883" name="AutoShape 243">
              <a:extLst>
                <a:ext uri="{FF2B5EF4-FFF2-40B4-BE49-F238E27FC236}">
                  <a16:creationId xmlns:a16="http://schemas.microsoft.com/office/drawing/2014/main" id="{6B19028F-D162-4067-8215-FD1200788C02}"/>
                </a:ext>
              </a:extLst>
            </p:cNvPr>
            <p:cNvSpPr>
              <a:spLocks noChangeArrowheads="1"/>
            </p:cNvSpPr>
            <p:nvPr/>
          </p:nvSpPr>
          <p:spPr bwMode="auto">
            <a:xfrm>
              <a:off x="2070" y="3037"/>
              <a:ext cx="111" cy="83"/>
            </a:xfrm>
            <a:prstGeom prst="roundRect">
              <a:avLst>
                <a:gd name="adj" fmla="val 5000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84" name="AutoShape 244">
              <a:extLst>
                <a:ext uri="{FF2B5EF4-FFF2-40B4-BE49-F238E27FC236}">
                  <a16:creationId xmlns:a16="http://schemas.microsoft.com/office/drawing/2014/main" id="{F0F536D2-4313-428C-844C-66ADA58F292F}"/>
                </a:ext>
              </a:extLst>
            </p:cNvPr>
            <p:cNvSpPr>
              <a:spLocks noChangeArrowheads="1"/>
            </p:cNvSpPr>
            <p:nvPr/>
          </p:nvSpPr>
          <p:spPr bwMode="auto">
            <a:xfrm>
              <a:off x="2057" y="3023"/>
              <a:ext cx="138" cy="111"/>
            </a:xfrm>
            <a:prstGeom prst="roundRect">
              <a:avLst>
                <a:gd name="adj" fmla="val 40088"/>
              </a:avLst>
            </a:prstGeom>
            <a:noFill/>
            <a:ln w="53975">
              <a:solidFill>
                <a:srgbClr val="9999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85" name="Rectangle 245">
              <a:extLst>
                <a:ext uri="{FF2B5EF4-FFF2-40B4-BE49-F238E27FC236}">
                  <a16:creationId xmlns:a16="http://schemas.microsoft.com/office/drawing/2014/main" id="{01CD3CCE-E946-4879-8FC7-4678C8E8B099}"/>
                </a:ext>
              </a:extLst>
            </p:cNvPr>
            <p:cNvSpPr>
              <a:spLocks noChangeArrowheads="1"/>
            </p:cNvSpPr>
            <p:nvPr/>
          </p:nvSpPr>
          <p:spPr bwMode="auto">
            <a:xfrm>
              <a:off x="2084" y="3051"/>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86" name="Rectangle 246">
              <a:extLst>
                <a:ext uri="{FF2B5EF4-FFF2-40B4-BE49-F238E27FC236}">
                  <a16:creationId xmlns:a16="http://schemas.microsoft.com/office/drawing/2014/main" id="{D065939F-57F7-4674-A36C-3F83EB999710}"/>
                </a:ext>
              </a:extLst>
            </p:cNvPr>
            <p:cNvSpPr>
              <a:spLocks noChangeArrowheads="1"/>
            </p:cNvSpPr>
            <p:nvPr/>
          </p:nvSpPr>
          <p:spPr bwMode="auto">
            <a:xfrm>
              <a:off x="2084" y="3051"/>
              <a:ext cx="97"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87" name="Freeform 247">
              <a:extLst>
                <a:ext uri="{FF2B5EF4-FFF2-40B4-BE49-F238E27FC236}">
                  <a16:creationId xmlns:a16="http://schemas.microsoft.com/office/drawing/2014/main" id="{B3263779-0C43-4059-B774-073C5366A3C1}"/>
                </a:ext>
              </a:extLst>
            </p:cNvPr>
            <p:cNvSpPr>
              <a:spLocks/>
            </p:cNvSpPr>
            <p:nvPr/>
          </p:nvSpPr>
          <p:spPr bwMode="auto">
            <a:xfrm>
              <a:off x="2195" y="3189"/>
              <a:ext cx="27" cy="28"/>
            </a:xfrm>
            <a:custGeom>
              <a:avLst/>
              <a:gdLst>
                <a:gd name="T0" fmla="*/ 13 w 27"/>
                <a:gd name="T1" fmla="*/ 0 h 28"/>
                <a:gd name="T2" fmla="*/ 27 w 27"/>
                <a:gd name="T3" fmla="*/ 0 h 28"/>
                <a:gd name="T4" fmla="*/ 27 w 27"/>
                <a:gd name="T5" fmla="*/ 0 h 28"/>
                <a:gd name="T6" fmla="*/ 27 w 27"/>
                <a:gd name="T7" fmla="*/ 14 h 28"/>
                <a:gd name="T8" fmla="*/ 27 w 27"/>
                <a:gd name="T9" fmla="*/ 28 h 28"/>
                <a:gd name="T10" fmla="*/ 13 w 27"/>
                <a:gd name="T11" fmla="*/ 28 h 28"/>
                <a:gd name="T12" fmla="*/ 0 w 27"/>
                <a:gd name="T13" fmla="*/ 14 h 28"/>
                <a:gd name="T14" fmla="*/ 0 w 27"/>
                <a:gd name="T15" fmla="*/ 0 h 28"/>
                <a:gd name="T16" fmla="*/ 0 w 27"/>
                <a:gd name="T17" fmla="*/ 0 h 28"/>
                <a:gd name="T18" fmla="*/ 13 w 27"/>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28"/>
                <a:gd name="T32" fmla="*/ 27 w 27"/>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28">
                  <a:moveTo>
                    <a:pt x="13" y="0"/>
                  </a:moveTo>
                  <a:lnTo>
                    <a:pt x="27" y="0"/>
                  </a:lnTo>
                  <a:lnTo>
                    <a:pt x="27" y="14"/>
                  </a:lnTo>
                  <a:lnTo>
                    <a:pt x="27" y="28"/>
                  </a:lnTo>
                  <a:lnTo>
                    <a:pt x="13" y="28"/>
                  </a:lnTo>
                  <a:lnTo>
                    <a:pt x="0" y="14"/>
                  </a:lnTo>
                  <a:lnTo>
                    <a:pt x="0" y="0"/>
                  </a:lnTo>
                  <a:lnTo>
                    <a:pt x="13" y="0"/>
                  </a:lnTo>
                  <a:close/>
                </a:path>
              </a:pathLst>
            </a:custGeom>
            <a:solidFill>
              <a:srgbClr val="999999"/>
            </a:solidFill>
            <a:ln w="31750">
              <a:solidFill>
                <a:srgbClr val="999999"/>
              </a:solidFill>
              <a:prstDash val="solid"/>
              <a:round/>
              <a:headEnd/>
              <a:tailEnd/>
            </a:ln>
          </p:spPr>
          <p:txBody>
            <a:bodyPr/>
            <a:lstStyle/>
            <a:p>
              <a:endParaRPr lang="en-US" sz="2215"/>
            </a:p>
          </p:txBody>
        </p:sp>
        <p:pic>
          <p:nvPicPr>
            <p:cNvPr id="35888" name="Picture 248">
              <a:extLst>
                <a:ext uri="{FF2B5EF4-FFF2-40B4-BE49-F238E27FC236}">
                  <a16:creationId xmlns:a16="http://schemas.microsoft.com/office/drawing/2014/main" id="{F8BC805B-CDCA-4939-B9A0-162D54C32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4" y="3065"/>
              <a:ext cx="83"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89" name="Line 249">
              <a:extLst>
                <a:ext uri="{FF2B5EF4-FFF2-40B4-BE49-F238E27FC236}">
                  <a16:creationId xmlns:a16="http://schemas.microsoft.com/office/drawing/2014/main" id="{7FAD144F-2EC5-413D-B5B9-11D3525A3FAC}"/>
                </a:ext>
              </a:extLst>
            </p:cNvPr>
            <p:cNvSpPr>
              <a:spLocks noChangeShapeType="1"/>
            </p:cNvSpPr>
            <p:nvPr/>
          </p:nvSpPr>
          <p:spPr bwMode="auto">
            <a:xfrm>
              <a:off x="2208" y="3189"/>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90" name="Line 250">
              <a:extLst>
                <a:ext uri="{FF2B5EF4-FFF2-40B4-BE49-F238E27FC236}">
                  <a16:creationId xmlns:a16="http://schemas.microsoft.com/office/drawing/2014/main" id="{5F3D69A2-7865-4C07-A7F6-535600BC3C16}"/>
                </a:ext>
              </a:extLst>
            </p:cNvPr>
            <p:cNvSpPr>
              <a:spLocks noChangeShapeType="1"/>
            </p:cNvSpPr>
            <p:nvPr/>
          </p:nvSpPr>
          <p:spPr bwMode="auto">
            <a:xfrm>
              <a:off x="2208" y="3189"/>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91" name="Line 251">
              <a:extLst>
                <a:ext uri="{FF2B5EF4-FFF2-40B4-BE49-F238E27FC236}">
                  <a16:creationId xmlns:a16="http://schemas.microsoft.com/office/drawing/2014/main" id="{80746B41-9A88-4641-B5F4-9BDCA9A0DB21}"/>
                </a:ext>
              </a:extLst>
            </p:cNvPr>
            <p:cNvSpPr>
              <a:spLocks noChangeShapeType="1"/>
            </p:cNvSpPr>
            <p:nvPr/>
          </p:nvSpPr>
          <p:spPr bwMode="auto">
            <a:xfrm>
              <a:off x="2222" y="3189"/>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92" name="Rectangle 252">
              <a:extLst>
                <a:ext uri="{FF2B5EF4-FFF2-40B4-BE49-F238E27FC236}">
                  <a16:creationId xmlns:a16="http://schemas.microsoft.com/office/drawing/2014/main" id="{ADD815A6-D12F-4BA6-8E27-12D2B0432868}"/>
                </a:ext>
              </a:extLst>
            </p:cNvPr>
            <p:cNvSpPr>
              <a:spLocks noChangeArrowheads="1"/>
            </p:cNvSpPr>
            <p:nvPr/>
          </p:nvSpPr>
          <p:spPr bwMode="auto">
            <a:xfrm>
              <a:off x="2070" y="3120"/>
              <a:ext cx="97" cy="14"/>
            </a:xfrm>
            <a:prstGeom prst="rect">
              <a:avLst/>
            </a:prstGeom>
            <a:solidFill>
              <a:srgbClr val="D9AA73"/>
            </a:solidFill>
            <a:ln w="31750">
              <a:solidFill>
                <a:srgbClr val="D9AA73"/>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893" name="Freeform 253">
              <a:extLst>
                <a:ext uri="{FF2B5EF4-FFF2-40B4-BE49-F238E27FC236}">
                  <a16:creationId xmlns:a16="http://schemas.microsoft.com/office/drawing/2014/main" id="{1B39BA29-D8E8-4D58-AE05-8AA7EE3248D2}"/>
                </a:ext>
              </a:extLst>
            </p:cNvPr>
            <p:cNvSpPr>
              <a:spLocks/>
            </p:cNvSpPr>
            <p:nvPr/>
          </p:nvSpPr>
          <p:spPr bwMode="auto">
            <a:xfrm>
              <a:off x="2057" y="3134"/>
              <a:ext cx="138" cy="27"/>
            </a:xfrm>
            <a:custGeom>
              <a:avLst/>
              <a:gdLst>
                <a:gd name="T0" fmla="*/ 13 w 138"/>
                <a:gd name="T1" fmla="*/ 0 h 27"/>
                <a:gd name="T2" fmla="*/ 0 w 138"/>
                <a:gd name="T3" fmla="*/ 27 h 27"/>
                <a:gd name="T4" fmla="*/ 138 w 138"/>
                <a:gd name="T5" fmla="*/ 27 h 27"/>
                <a:gd name="T6" fmla="*/ 124 w 138"/>
                <a:gd name="T7" fmla="*/ 0 h 27"/>
                <a:gd name="T8" fmla="*/ 13 w 138"/>
                <a:gd name="T9" fmla="*/ 0 h 27"/>
                <a:gd name="T10" fmla="*/ 0 60000 65536"/>
                <a:gd name="T11" fmla="*/ 0 60000 65536"/>
                <a:gd name="T12" fmla="*/ 0 60000 65536"/>
                <a:gd name="T13" fmla="*/ 0 60000 65536"/>
                <a:gd name="T14" fmla="*/ 0 60000 65536"/>
                <a:gd name="T15" fmla="*/ 0 w 138"/>
                <a:gd name="T16" fmla="*/ 0 h 27"/>
                <a:gd name="T17" fmla="*/ 138 w 138"/>
                <a:gd name="T18" fmla="*/ 27 h 27"/>
              </a:gdLst>
              <a:ahLst/>
              <a:cxnLst>
                <a:cxn ang="T10">
                  <a:pos x="T0" y="T1"/>
                </a:cxn>
                <a:cxn ang="T11">
                  <a:pos x="T2" y="T3"/>
                </a:cxn>
                <a:cxn ang="T12">
                  <a:pos x="T4" y="T5"/>
                </a:cxn>
                <a:cxn ang="T13">
                  <a:pos x="T6" y="T7"/>
                </a:cxn>
                <a:cxn ang="T14">
                  <a:pos x="T8" y="T9"/>
                </a:cxn>
              </a:cxnLst>
              <a:rect l="T15" t="T16" r="T17" b="T18"/>
              <a:pathLst>
                <a:path w="138" h="27">
                  <a:moveTo>
                    <a:pt x="13" y="0"/>
                  </a:moveTo>
                  <a:lnTo>
                    <a:pt x="0" y="27"/>
                  </a:lnTo>
                  <a:lnTo>
                    <a:pt x="138" y="27"/>
                  </a:lnTo>
                  <a:lnTo>
                    <a:pt x="124" y="0"/>
                  </a:lnTo>
                  <a:lnTo>
                    <a:pt x="13"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894" name="Line 254">
              <a:extLst>
                <a:ext uri="{FF2B5EF4-FFF2-40B4-BE49-F238E27FC236}">
                  <a16:creationId xmlns:a16="http://schemas.microsoft.com/office/drawing/2014/main" id="{47B65C73-4152-471D-91DD-8E0DB29E0C7C}"/>
                </a:ext>
              </a:extLst>
            </p:cNvPr>
            <p:cNvSpPr>
              <a:spLocks noChangeShapeType="1"/>
            </p:cNvSpPr>
            <p:nvPr/>
          </p:nvSpPr>
          <p:spPr bwMode="auto">
            <a:xfrm>
              <a:off x="2070" y="3148"/>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95" name="Line 255">
              <a:extLst>
                <a:ext uri="{FF2B5EF4-FFF2-40B4-BE49-F238E27FC236}">
                  <a16:creationId xmlns:a16="http://schemas.microsoft.com/office/drawing/2014/main" id="{4F6D3017-67E3-4CB9-A6E8-B1198ECC8462}"/>
                </a:ext>
              </a:extLst>
            </p:cNvPr>
            <p:cNvSpPr>
              <a:spLocks noChangeShapeType="1"/>
            </p:cNvSpPr>
            <p:nvPr/>
          </p:nvSpPr>
          <p:spPr bwMode="auto">
            <a:xfrm>
              <a:off x="2084" y="3134"/>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96" name="Line 256">
              <a:extLst>
                <a:ext uri="{FF2B5EF4-FFF2-40B4-BE49-F238E27FC236}">
                  <a16:creationId xmlns:a16="http://schemas.microsoft.com/office/drawing/2014/main" id="{64351363-AB38-454F-928D-DC32A64C8C74}"/>
                </a:ext>
              </a:extLst>
            </p:cNvPr>
            <p:cNvSpPr>
              <a:spLocks noChangeShapeType="1"/>
            </p:cNvSpPr>
            <p:nvPr/>
          </p:nvSpPr>
          <p:spPr bwMode="auto">
            <a:xfrm>
              <a:off x="2070" y="3148"/>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97" name="Freeform 257">
              <a:extLst>
                <a:ext uri="{FF2B5EF4-FFF2-40B4-BE49-F238E27FC236}">
                  <a16:creationId xmlns:a16="http://schemas.microsoft.com/office/drawing/2014/main" id="{3EE86B79-842E-44C0-9946-F3E98745598D}"/>
                </a:ext>
              </a:extLst>
            </p:cNvPr>
            <p:cNvSpPr>
              <a:spLocks/>
            </p:cNvSpPr>
            <p:nvPr/>
          </p:nvSpPr>
          <p:spPr bwMode="auto">
            <a:xfrm>
              <a:off x="2098" y="3148"/>
              <a:ext cx="83" cy="1"/>
            </a:xfrm>
            <a:custGeom>
              <a:avLst/>
              <a:gdLst>
                <a:gd name="T0" fmla="*/ 0 w 83"/>
                <a:gd name="T1" fmla="*/ 0 h 1"/>
                <a:gd name="T2" fmla="*/ 55 w 83"/>
                <a:gd name="T3" fmla="*/ 0 h 1"/>
                <a:gd name="T4" fmla="*/ 83 w 83"/>
                <a:gd name="T5" fmla="*/ 0 h 1"/>
                <a:gd name="T6" fmla="*/ 0 60000 65536"/>
                <a:gd name="T7" fmla="*/ 0 60000 65536"/>
                <a:gd name="T8" fmla="*/ 0 60000 65536"/>
                <a:gd name="T9" fmla="*/ 0 w 83"/>
                <a:gd name="T10" fmla="*/ 0 h 1"/>
                <a:gd name="T11" fmla="*/ 83 w 83"/>
                <a:gd name="T12" fmla="*/ 1 h 1"/>
              </a:gdLst>
              <a:ahLst/>
              <a:cxnLst>
                <a:cxn ang="T6">
                  <a:pos x="T0" y="T1"/>
                </a:cxn>
                <a:cxn ang="T7">
                  <a:pos x="T2" y="T3"/>
                </a:cxn>
                <a:cxn ang="T8">
                  <a:pos x="T4" y="T5"/>
                </a:cxn>
              </a:cxnLst>
              <a:rect l="T9" t="T10" r="T11" b="T12"/>
              <a:pathLst>
                <a:path w="83" h="1">
                  <a:moveTo>
                    <a:pt x="0" y="0"/>
                  </a:moveTo>
                  <a:lnTo>
                    <a:pt x="55" y="0"/>
                  </a:lnTo>
                  <a:lnTo>
                    <a:pt x="83"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898" name="Line 258">
              <a:extLst>
                <a:ext uri="{FF2B5EF4-FFF2-40B4-BE49-F238E27FC236}">
                  <a16:creationId xmlns:a16="http://schemas.microsoft.com/office/drawing/2014/main" id="{C58BB63B-0CF8-44AF-9402-1592137A8E72}"/>
                </a:ext>
              </a:extLst>
            </p:cNvPr>
            <p:cNvSpPr>
              <a:spLocks noChangeShapeType="1"/>
            </p:cNvSpPr>
            <p:nvPr/>
          </p:nvSpPr>
          <p:spPr bwMode="auto">
            <a:xfrm>
              <a:off x="2167" y="3148"/>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899" name="Rectangle 259">
              <a:extLst>
                <a:ext uri="{FF2B5EF4-FFF2-40B4-BE49-F238E27FC236}">
                  <a16:creationId xmlns:a16="http://schemas.microsoft.com/office/drawing/2014/main" id="{2515C455-AD8F-4CA1-A0D4-38313232FFC3}"/>
                </a:ext>
              </a:extLst>
            </p:cNvPr>
            <p:cNvSpPr>
              <a:spLocks noChangeArrowheads="1"/>
            </p:cNvSpPr>
            <p:nvPr/>
          </p:nvSpPr>
          <p:spPr bwMode="auto">
            <a:xfrm>
              <a:off x="2126" y="3037"/>
              <a:ext cx="27"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00" name="Rectangle 260">
              <a:extLst>
                <a:ext uri="{FF2B5EF4-FFF2-40B4-BE49-F238E27FC236}">
                  <a16:creationId xmlns:a16="http://schemas.microsoft.com/office/drawing/2014/main" id="{10775581-490B-47F5-BD74-ABEE984BDA89}"/>
                </a:ext>
              </a:extLst>
            </p:cNvPr>
            <p:cNvSpPr>
              <a:spLocks noChangeArrowheads="1"/>
            </p:cNvSpPr>
            <p:nvPr/>
          </p:nvSpPr>
          <p:spPr bwMode="auto">
            <a:xfrm>
              <a:off x="2126" y="3037"/>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01" name="Rectangle 261">
              <a:extLst>
                <a:ext uri="{FF2B5EF4-FFF2-40B4-BE49-F238E27FC236}">
                  <a16:creationId xmlns:a16="http://schemas.microsoft.com/office/drawing/2014/main" id="{341563D3-9F68-45C9-9D3F-8CA2FA2EC147}"/>
                </a:ext>
              </a:extLst>
            </p:cNvPr>
            <p:cNvSpPr>
              <a:spLocks noChangeArrowheads="1"/>
            </p:cNvSpPr>
            <p:nvPr/>
          </p:nvSpPr>
          <p:spPr bwMode="auto">
            <a:xfrm>
              <a:off x="1919" y="2265"/>
              <a:ext cx="82" cy="82"/>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02" name="Rectangle 262">
              <a:extLst>
                <a:ext uri="{FF2B5EF4-FFF2-40B4-BE49-F238E27FC236}">
                  <a16:creationId xmlns:a16="http://schemas.microsoft.com/office/drawing/2014/main" id="{B72003F7-5B98-4970-8BC4-D90A5783CA06}"/>
                </a:ext>
              </a:extLst>
            </p:cNvPr>
            <p:cNvSpPr>
              <a:spLocks noChangeArrowheads="1"/>
            </p:cNvSpPr>
            <p:nvPr/>
          </p:nvSpPr>
          <p:spPr bwMode="auto">
            <a:xfrm>
              <a:off x="1919" y="2265"/>
              <a:ext cx="96" cy="96"/>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03" name="Rectangle 263">
              <a:extLst>
                <a:ext uri="{FF2B5EF4-FFF2-40B4-BE49-F238E27FC236}">
                  <a16:creationId xmlns:a16="http://schemas.microsoft.com/office/drawing/2014/main" id="{B2031F90-17B2-495C-867E-0BAAFDC6E3C9}"/>
                </a:ext>
              </a:extLst>
            </p:cNvPr>
            <p:cNvSpPr>
              <a:spLocks noChangeArrowheads="1"/>
            </p:cNvSpPr>
            <p:nvPr/>
          </p:nvSpPr>
          <p:spPr bwMode="auto">
            <a:xfrm>
              <a:off x="1560" y="2278"/>
              <a:ext cx="83" cy="69"/>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04" name="Rectangle 264">
              <a:extLst>
                <a:ext uri="{FF2B5EF4-FFF2-40B4-BE49-F238E27FC236}">
                  <a16:creationId xmlns:a16="http://schemas.microsoft.com/office/drawing/2014/main" id="{D128131A-62C6-480A-8F8D-5CE1C875E042}"/>
                </a:ext>
              </a:extLst>
            </p:cNvPr>
            <p:cNvSpPr>
              <a:spLocks noChangeArrowheads="1"/>
            </p:cNvSpPr>
            <p:nvPr/>
          </p:nvSpPr>
          <p:spPr bwMode="auto">
            <a:xfrm>
              <a:off x="1560" y="2278"/>
              <a:ext cx="96" cy="83"/>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05" name="Rectangle 265">
              <a:extLst>
                <a:ext uri="{FF2B5EF4-FFF2-40B4-BE49-F238E27FC236}">
                  <a16:creationId xmlns:a16="http://schemas.microsoft.com/office/drawing/2014/main" id="{4425BF54-3012-431C-A202-CE185334C7F2}"/>
                </a:ext>
              </a:extLst>
            </p:cNvPr>
            <p:cNvSpPr>
              <a:spLocks noChangeArrowheads="1"/>
            </p:cNvSpPr>
            <p:nvPr/>
          </p:nvSpPr>
          <p:spPr bwMode="auto">
            <a:xfrm>
              <a:off x="2070" y="3244"/>
              <a:ext cx="83" cy="83"/>
            </a:xfrm>
            <a:prstGeom prst="rect">
              <a:avLst/>
            </a:prstGeom>
            <a:solidFill>
              <a:srgbClr val="CF92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06" name="Rectangle 266">
              <a:extLst>
                <a:ext uri="{FF2B5EF4-FFF2-40B4-BE49-F238E27FC236}">
                  <a16:creationId xmlns:a16="http://schemas.microsoft.com/office/drawing/2014/main" id="{EB46574A-7F72-4401-B4E4-153F07426D80}"/>
                </a:ext>
              </a:extLst>
            </p:cNvPr>
            <p:cNvSpPr>
              <a:spLocks noChangeArrowheads="1"/>
            </p:cNvSpPr>
            <p:nvPr/>
          </p:nvSpPr>
          <p:spPr bwMode="auto">
            <a:xfrm>
              <a:off x="2070" y="3244"/>
              <a:ext cx="97" cy="97"/>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07" name="Rectangle 267">
              <a:extLst>
                <a:ext uri="{FF2B5EF4-FFF2-40B4-BE49-F238E27FC236}">
                  <a16:creationId xmlns:a16="http://schemas.microsoft.com/office/drawing/2014/main" id="{0DE0C5F4-F1DD-44AE-87AA-0AFDA83E579E}"/>
                </a:ext>
              </a:extLst>
            </p:cNvPr>
            <p:cNvSpPr>
              <a:spLocks noChangeArrowheads="1"/>
            </p:cNvSpPr>
            <p:nvPr/>
          </p:nvSpPr>
          <p:spPr bwMode="auto">
            <a:xfrm>
              <a:off x="2612" y="1416"/>
              <a:ext cx="1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292">
                  <a:solidFill>
                    <a:srgbClr val="000000"/>
                  </a:solidFill>
                  <a:latin typeface="Zapf Dingbats" charset="2"/>
                </a:rPr>
                <a:t>%</a:t>
              </a:r>
              <a:endParaRPr lang="en-GB" altLang="en-US" sz="2215">
                <a:latin typeface="Zapf Dingbats" charset="2"/>
              </a:endParaRPr>
            </a:p>
          </p:txBody>
        </p:sp>
        <p:sp>
          <p:nvSpPr>
            <p:cNvPr id="35908" name="Rectangle 268">
              <a:extLst>
                <a:ext uri="{FF2B5EF4-FFF2-40B4-BE49-F238E27FC236}">
                  <a16:creationId xmlns:a16="http://schemas.microsoft.com/office/drawing/2014/main" id="{30868F95-2350-445D-B315-BE45226383D2}"/>
                </a:ext>
              </a:extLst>
            </p:cNvPr>
            <p:cNvSpPr>
              <a:spLocks noChangeArrowheads="1"/>
            </p:cNvSpPr>
            <p:nvPr/>
          </p:nvSpPr>
          <p:spPr bwMode="auto">
            <a:xfrm>
              <a:off x="1036" y="2996"/>
              <a:ext cx="1365" cy="607"/>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09" name="Freeform 269">
              <a:extLst>
                <a:ext uri="{FF2B5EF4-FFF2-40B4-BE49-F238E27FC236}">
                  <a16:creationId xmlns:a16="http://schemas.microsoft.com/office/drawing/2014/main" id="{BC0D2D9C-04DB-4B53-81FC-97A962C9A6A6}"/>
                </a:ext>
              </a:extLst>
            </p:cNvPr>
            <p:cNvSpPr>
              <a:spLocks/>
            </p:cNvSpPr>
            <p:nvPr/>
          </p:nvSpPr>
          <p:spPr bwMode="auto">
            <a:xfrm>
              <a:off x="2650" y="1713"/>
              <a:ext cx="55" cy="55"/>
            </a:xfrm>
            <a:custGeom>
              <a:avLst/>
              <a:gdLst>
                <a:gd name="T0" fmla="*/ 0 w 55"/>
                <a:gd name="T1" fmla="*/ 0 h 55"/>
                <a:gd name="T2" fmla="*/ 41 w 55"/>
                <a:gd name="T3" fmla="*/ 13 h 55"/>
                <a:gd name="T4" fmla="*/ 55 w 55"/>
                <a:gd name="T5" fmla="*/ 55 h 55"/>
                <a:gd name="T6" fmla="*/ 0 60000 65536"/>
                <a:gd name="T7" fmla="*/ 0 60000 65536"/>
                <a:gd name="T8" fmla="*/ 0 60000 65536"/>
                <a:gd name="T9" fmla="*/ 0 w 55"/>
                <a:gd name="T10" fmla="*/ 0 h 55"/>
                <a:gd name="T11" fmla="*/ 55 w 55"/>
                <a:gd name="T12" fmla="*/ 55 h 55"/>
              </a:gdLst>
              <a:ahLst/>
              <a:cxnLst>
                <a:cxn ang="T6">
                  <a:pos x="T0" y="T1"/>
                </a:cxn>
                <a:cxn ang="T7">
                  <a:pos x="T2" y="T3"/>
                </a:cxn>
                <a:cxn ang="T8">
                  <a:pos x="T4" y="T5"/>
                </a:cxn>
              </a:cxnLst>
              <a:rect l="T9" t="T10" r="T11" b="T12"/>
              <a:pathLst>
                <a:path w="55" h="55">
                  <a:moveTo>
                    <a:pt x="0" y="0"/>
                  </a:moveTo>
                  <a:lnTo>
                    <a:pt x="41" y="13"/>
                  </a:lnTo>
                  <a:lnTo>
                    <a:pt x="55" y="55"/>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10" name="AutoShape 270">
              <a:extLst>
                <a:ext uri="{FF2B5EF4-FFF2-40B4-BE49-F238E27FC236}">
                  <a16:creationId xmlns:a16="http://schemas.microsoft.com/office/drawing/2014/main" id="{BBAA27FD-7085-478D-B1A4-6345B31F1F68}"/>
                </a:ext>
              </a:extLst>
            </p:cNvPr>
            <p:cNvSpPr>
              <a:spLocks noChangeArrowheads="1"/>
            </p:cNvSpPr>
            <p:nvPr/>
          </p:nvSpPr>
          <p:spPr bwMode="auto">
            <a:xfrm>
              <a:off x="2553" y="1616"/>
              <a:ext cx="111" cy="83"/>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11" name="AutoShape 271">
              <a:extLst>
                <a:ext uri="{FF2B5EF4-FFF2-40B4-BE49-F238E27FC236}">
                  <a16:creationId xmlns:a16="http://schemas.microsoft.com/office/drawing/2014/main" id="{AD0820D4-0620-49F5-8DE4-293C4290FD0A}"/>
                </a:ext>
              </a:extLst>
            </p:cNvPr>
            <p:cNvSpPr>
              <a:spLocks noChangeArrowheads="1"/>
            </p:cNvSpPr>
            <p:nvPr/>
          </p:nvSpPr>
          <p:spPr bwMode="auto">
            <a:xfrm>
              <a:off x="2539" y="1602"/>
              <a:ext cx="138" cy="111"/>
            </a:xfrm>
            <a:prstGeom prst="roundRect">
              <a:avLst>
                <a:gd name="adj" fmla="val 40088"/>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12" name="Rectangle 272">
              <a:extLst>
                <a:ext uri="{FF2B5EF4-FFF2-40B4-BE49-F238E27FC236}">
                  <a16:creationId xmlns:a16="http://schemas.microsoft.com/office/drawing/2014/main" id="{AD7852DE-7725-47D8-B624-539C8F6E5960}"/>
                </a:ext>
              </a:extLst>
            </p:cNvPr>
            <p:cNvSpPr>
              <a:spLocks noChangeArrowheads="1"/>
            </p:cNvSpPr>
            <p:nvPr/>
          </p:nvSpPr>
          <p:spPr bwMode="auto">
            <a:xfrm>
              <a:off x="2567" y="1644"/>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13" name="Rectangle 273">
              <a:extLst>
                <a:ext uri="{FF2B5EF4-FFF2-40B4-BE49-F238E27FC236}">
                  <a16:creationId xmlns:a16="http://schemas.microsoft.com/office/drawing/2014/main" id="{AE6D2996-2736-4417-979A-F0EE758C1701}"/>
                </a:ext>
              </a:extLst>
            </p:cNvPr>
            <p:cNvSpPr>
              <a:spLocks noChangeArrowheads="1"/>
            </p:cNvSpPr>
            <p:nvPr/>
          </p:nvSpPr>
          <p:spPr bwMode="auto">
            <a:xfrm>
              <a:off x="2567" y="1644"/>
              <a:ext cx="97"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14" name="Freeform 274">
              <a:extLst>
                <a:ext uri="{FF2B5EF4-FFF2-40B4-BE49-F238E27FC236}">
                  <a16:creationId xmlns:a16="http://schemas.microsoft.com/office/drawing/2014/main" id="{1051FF2F-B83A-4E7B-BE1A-523E4E9B638E}"/>
                </a:ext>
              </a:extLst>
            </p:cNvPr>
            <p:cNvSpPr>
              <a:spLocks/>
            </p:cNvSpPr>
            <p:nvPr/>
          </p:nvSpPr>
          <p:spPr bwMode="auto">
            <a:xfrm>
              <a:off x="2691" y="1768"/>
              <a:ext cx="14" cy="27"/>
            </a:xfrm>
            <a:custGeom>
              <a:avLst/>
              <a:gdLst>
                <a:gd name="T0" fmla="*/ 0 w 14"/>
                <a:gd name="T1" fmla="*/ 0 h 27"/>
                <a:gd name="T2" fmla="*/ 14 w 14"/>
                <a:gd name="T3" fmla="*/ 0 h 27"/>
                <a:gd name="T4" fmla="*/ 14 w 14"/>
                <a:gd name="T5" fmla="*/ 0 h 27"/>
                <a:gd name="T6" fmla="*/ 14 w 14"/>
                <a:gd name="T7" fmla="*/ 14 h 27"/>
                <a:gd name="T8" fmla="*/ 14 w 14"/>
                <a:gd name="T9" fmla="*/ 27 h 27"/>
                <a:gd name="T10" fmla="*/ 0 w 14"/>
                <a:gd name="T11" fmla="*/ 27 h 27"/>
                <a:gd name="T12" fmla="*/ 0 w 14"/>
                <a:gd name="T13" fmla="*/ 14 h 27"/>
                <a:gd name="T14" fmla="*/ 0 w 14"/>
                <a:gd name="T15" fmla="*/ 0 h 27"/>
                <a:gd name="T16" fmla="*/ 0 w 14"/>
                <a:gd name="T17" fmla="*/ 0 h 27"/>
                <a:gd name="T18" fmla="*/ 0 w 14"/>
                <a:gd name="T19" fmla="*/ 0 h 2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27"/>
                <a:gd name="T32" fmla="*/ 14 w 14"/>
                <a:gd name="T33" fmla="*/ 27 h 2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27">
                  <a:moveTo>
                    <a:pt x="0" y="0"/>
                  </a:moveTo>
                  <a:lnTo>
                    <a:pt x="14" y="0"/>
                  </a:lnTo>
                  <a:lnTo>
                    <a:pt x="14" y="14"/>
                  </a:lnTo>
                  <a:lnTo>
                    <a:pt x="14" y="27"/>
                  </a:lnTo>
                  <a:lnTo>
                    <a:pt x="0" y="27"/>
                  </a:lnTo>
                  <a:lnTo>
                    <a:pt x="0" y="14"/>
                  </a:lnTo>
                  <a:lnTo>
                    <a:pt x="0" y="0"/>
                  </a:lnTo>
                  <a:close/>
                </a:path>
              </a:pathLst>
            </a:custGeom>
            <a:solidFill>
              <a:srgbClr val="CF924C"/>
            </a:solidFill>
            <a:ln w="31750">
              <a:solidFill>
                <a:srgbClr val="CF924C"/>
              </a:solidFill>
              <a:prstDash val="solid"/>
              <a:round/>
              <a:headEnd/>
              <a:tailEnd/>
            </a:ln>
          </p:spPr>
          <p:txBody>
            <a:bodyPr/>
            <a:lstStyle/>
            <a:p>
              <a:endParaRPr lang="en-US" sz="2215"/>
            </a:p>
          </p:txBody>
        </p:sp>
        <p:pic>
          <p:nvPicPr>
            <p:cNvPr id="35915" name="Picture 275">
              <a:extLst>
                <a:ext uri="{FF2B5EF4-FFF2-40B4-BE49-F238E27FC236}">
                  <a16:creationId xmlns:a16="http://schemas.microsoft.com/office/drawing/2014/main" id="{60EABF64-76A6-473B-8B77-0ADC9B69B8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1" y="1644"/>
              <a:ext cx="69"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916" name="Line 276">
              <a:extLst>
                <a:ext uri="{FF2B5EF4-FFF2-40B4-BE49-F238E27FC236}">
                  <a16:creationId xmlns:a16="http://schemas.microsoft.com/office/drawing/2014/main" id="{4FBDD059-D8C4-45EE-AE70-5B8D79883676}"/>
                </a:ext>
              </a:extLst>
            </p:cNvPr>
            <p:cNvSpPr>
              <a:spLocks noChangeShapeType="1"/>
            </p:cNvSpPr>
            <p:nvPr/>
          </p:nvSpPr>
          <p:spPr bwMode="auto">
            <a:xfrm>
              <a:off x="2691" y="1768"/>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17" name="Line 277">
              <a:extLst>
                <a:ext uri="{FF2B5EF4-FFF2-40B4-BE49-F238E27FC236}">
                  <a16:creationId xmlns:a16="http://schemas.microsoft.com/office/drawing/2014/main" id="{24BA1B71-7201-4D45-A6E6-92CD00BF8AE6}"/>
                </a:ext>
              </a:extLst>
            </p:cNvPr>
            <p:cNvSpPr>
              <a:spLocks noChangeShapeType="1"/>
            </p:cNvSpPr>
            <p:nvPr/>
          </p:nvSpPr>
          <p:spPr bwMode="auto">
            <a:xfrm>
              <a:off x="2691" y="1768"/>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18" name="Line 278">
              <a:extLst>
                <a:ext uri="{FF2B5EF4-FFF2-40B4-BE49-F238E27FC236}">
                  <a16:creationId xmlns:a16="http://schemas.microsoft.com/office/drawing/2014/main" id="{8A8E18FD-DD06-4F25-85D8-3F58176F00E4}"/>
                </a:ext>
              </a:extLst>
            </p:cNvPr>
            <p:cNvSpPr>
              <a:spLocks noChangeShapeType="1"/>
            </p:cNvSpPr>
            <p:nvPr/>
          </p:nvSpPr>
          <p:spPr bwMode="auto">
            <a:xfrm>
              <a:off x="2705" y="1768"/>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19" name="Rectangle 279">
              <a:extLst>
                <a:ext uri="{FF2B5EF4-FFF2-40B4-BE49-F238E27FC236}">
                  <a16:creationId xmlns:a16="http://schemas.microsoft.com/office/drawing/2014/main" id="{F46F2CBE-6B9A-4228-B517-827D8082FB07}"/>
                </a:ext>
              </a:extLst>
            </p:cNvPr>
            <p:cNvSpPr>
              <a:spLocks noChangeArrowheads="1"/>
            </p:cNvSpPr>
            <p:nvPr/>
          </p:nvSpPr>
          <p:spPr bwMode="auto">
            <a:xfrm>
              <a:off x="2553" y="1699"/>
              <a:ext cx="111" cy="14"/>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20" name="Freeform 280">
              <a:extLst>
                <a:ext uri="{FF2B5EF4-FFF2-40B4-BE49-F238E27FC236}">
                  <a16:creationId xmlns:a16="http://schemas.microsoft.com/office/drawing/2014/main" id="{25C0AF72-D223-4A68-8A6E-5BA0BB0D19B8}"/>
                </a:ext>
              </a:extLst>
            </p:cNvPr>
            <p:cNvSpPr>
              <a:spLocks/>
            </p:cNvSpPr>
            <p:nvPr/>
          </p:nvSpPr>
          <p:spPr bwMode="auto">
            <a:xfrm>
              <a:off x="2539" y="1726"/>
              <a:ext cx="138" cy="14"/>
            </a:xfrm>
            <a:custGeom>
              <a:avLst/>
              <a:gdLst>
                <a:gd name="T0" fmla="*/ 14 w 138"/>
                <a:gd name="T1" fmla="*/ 0 h 14"/>
                <a:gd name="T2" fmla="*/ 0 w 138"/>
                <a:gd name="T3" fmla="*/ 14 h 14"/>
                <a:gd name="T4" fmla="*/ 138 w 138"/>
                <a:gd name="T5" fmla="*/ 14 h 14"/>
                <a:gd name="T6" fmla="*/ 125 w 138"/>
                <a:gd name="T7" fmla="*/ 0 h 14"/>
                <a:gd name="T8" fmla="*/ 14 w 138"/>
                <a:gd name="T9" fmla="*/ 0 h 14"/>
                <a:gd name="T10" fmla="*/ 0 60000 65536"/>
                <a:gd name="T11" fmla="*/ 0 60000 65536"/>
                <a:gd name="T12" fmla="*/ 0 60000 65536"/>
                <a:gd name="T13" fmla="*/ 0 60000 65536"/>
                <a:gd name="T14" fmla="*/ 0 60000 65536"/>
                <a:gd name="T15" fmla="*/ 0 w 138"/>
                <a:gd name="T16" fmla="*/ 0 h 14"/>
                <a:gd name="T17" fmla="*/ 138 w 138"/>
                <a:gd name="T18" fmla="*/ 14 h 14"/>
              </a:gdLst>
              <a:ahLst/>
              <a:cxnLst>
                <a:cxn ang="T10">
                  <a:pos x="T0" y="T1"/>
                </a:cxn>
                <a:cxn ang="T11">
                  <a:pos x="T2" y="T3"/>
                </a:cxn>
                <a:cxn ang="T12">
                  <a:pos x="T4" y="T5"/>
                </a:cxn>
                <a:cxn ang="T13">
                  <a:pos x="T6" y="T7"/>
                </a:cxn>
                <a:cxn ang="T14">
                  <a:pos x="T8" y="T9"/>
                </a:cxn>
              </a:cxnLst>
              <a:rect l="T15" t="T16" r="T17" b="T18"/>
              <a:pathLst>
                <a:path w="138" h="14">
                  <a:moveTo>
                    <a:pt x="14" y="0"/>
                  </a:moveTo>
                  <a:lnTo>
                    <a:pt x="0" y="14"/>
                  </a:lnTo>
                  <a:lnTo>
                    <a:pt x="138" y="14"/>
                  </a:lnTo>
                  <a:lnTo>
                    <a:pt x="125"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21" name="Line 281">
              <a:extLst>
                <a:ext uri="{FF2B5EF4-FFF2-40B4-BE49-F238E27FC236}">
                  <a16:creationId xmlns:a16="http://schemas.microsoft.com/office/drawing/2014/main" id="{7632F5AC-5013-4694-927F-F954B9FE1098}"/>
                </a:ext>
              </a:extLst>
            </p:cNvPr>
            <p:cNvSpPr>
              <a:spLocks noChangeShapeType="1"/>
            </p:cNvSpPr>
            <p:nvPr/>
          </p:nvSpPr>
          <p:spPr bwMode="auto">
            <a:xfrm>
              <a:off x="2553" y="1740"/>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22" name="Line 282">
              <a:extLst>
                <a:ext uri="{FF2B5EF4-FFF2-40B4-BE49-F238E27FC236}">
                  <a16:creationId xmlns:a16="http://schemas.microsoft.com/office/drawing/2014/main" id="{65BA7E3E-3AEA-4FDA-A90F-D27E8F8B3E67}"/>
                </a:ext>
              </a:extLst>
            </p:cNvPr>
            <p:cNvSpPr>
              <a:spLocks noChangeShapeType="1"/>
            </p:cNvSpPr>
            <p:nvPr/>
          </p:nvSpPr>
          <p:spPr bwMode="auto">
            <a:xfrm>
              <a:off x="2567" y="1726"/>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23" name="Line 283">
              <a:extLst>
                <a:ext uri="{FF2B5EF4-FFF2-40B4-BE49-F238E27FC236}">
                  <a16:creationId xmlns:a16="http://schemas.microsoft.com/office/drawing/2014/main" id="{F0A3008A-6E7C-4543-B1F7-DC5C599D5EF2}"/>
                </a:ext>
              </a:extLst>
            </p:cNvPr>
            <p:cNvSpPr>
              <a:spLocks noChangeShapeType="1"/>
            </p:cNvSpPr>
            <p:nvPr/>
          </p:nvSpPr>
          <p:spPr bwMode="auto">
            <a:xfrm>
              <a:off x="2553" y="1726"/>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24" name="Line 284">
              <a:extLst>
                <a:ext uri="{FF2B5EF4-FFF2-40B4-BE49-F238E27FC236}">
                  <a16:creationId xmlns:a16="http://schemas.microsoft.com/office/drawing/2014/main" id="{1C32D075-81AE-4139-BF91-FF8F9D3038A4}"/>
                </a:ext>
              </a:extLst>
            </p:cNvPr>
            <p:cNvSpPr>
              <a:spLocks noChangeShapeType="1"/>
            </p:cNvSpPr>
            <p:nvPr/>
          </p:nvSpPr>
          <p:spPr bwMode="auto">
            <a:xfrm>
              <a:off x="2595" y="1740"/>
              <a:ext cx="4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25" name="Line 285">
              <a:extLst>
                <a:ext uri="{FF2B5EF4-FFF2-40B4-BE49-F238E27FC236}">
                  <a16:creationId xmlns:a16="http://schemas.microsoft.com/office/drawing/2014/main" id="{52FA7453-BDBF-41FC-B680-57ACCE0B4BFC}"/>
                </a:ext>
              </a:extLst>
            </p:cNvPr>
            <p:cNvSpPr>
              <a:spLocks noChangeShapeType="1"/>
            </p:cNvSpPr>
            <p:nvPr/>
          </p:nvSpPr>
          <p:spPr bwMode="auto">
            <a:xfrm>
              <a:off x="2636" y="1726"/>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26" name="Line 286">
              <a:extLst>
                <a:ext uri="{FF2B5EF4-FFF2-40B4-BE49-F238E27FC236}">
                  <a16:creationId xmlns:a16="http://schemas.microsoft.com/office/drawing/2014/main" id="{6C3A8D82-B461-4442-9833-677D55F5F5D2}"/>
                </a:ext>
              </a:extLst>
            </p:cNvPr>
            <p:cNvSpPr>
              <a:spLocks noChangeShapeType="1"/>
            </p:cNvSpPr>
            <p:nvPr/>
          </p:nvSpPr>
          <p:spPr bwMode="auto">
            <a:xfrm>
              <a:off x="2650" y="1740"/>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27" name="Rectangle 287">
              <a:extLst>
                <a:ext uri="{FF2B5EF4-FFF2-40B4-BE49-F238E27FC236}">
                  <a16:creationId xmlns:a16="http://schemas.microsoft.com/office/drawing/2014/main" id="{A13DA685-3559-4F49-AA4E-50FC4D9F1280}"/>
                </a:ext>
              </a:extLst>
            </p:cNvPr>
            <p:cNvSpPr>
              <a:spLocks noChangeArrowheads="1"/>
            </p:cNvSpPr>
            <p:nvPr/>
          </p:nvSpPr>
          <p:spPr bwMode="auto">
            <a:xfrm>
              <a:off x="2608" y="1630"/>
              <a:ext cx="28" cy="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28" name="Rectangle 288">
              <a:extLst>
                <a:ext uri="{FF2B5EF4-FFF2-40B4-BE49-F238E27FC236}">
                  <a16:creationId xmlns:a16="http://schemas.microsoft.com/office/drawing/2014/main" id="{BD3174F2-5CAD-4887-A8EF-BF22FE5F0383}"/>
                </a:ext>
              </a:extLst>
            </p:cNvPr>
            <p:cNvSpPr>
              <a:spLocks noChangeArrowheads="1"/>
            </p:cNvSpPr>
            <p:nvPr/>
          </p:nvSpPr>
          <p:spPr bwMode="auto">
            <a:xfrm>
              <a:off x="2608" y="1630"/>
              <a:ext cx="42" cy="41"/>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29" name="Freeform 289">
              <a:extLst>
                <a:ext uri="{FF2B5EF4-FFF2-40B4-BE49-F238E27FC236}">
                  <a16:creationId xmlns:a16="http://schemas.microsoft.com/office/drawing/2014/main" id="{3236930F-67A0-44AC-94FB-D1F7CA73165C}"/>
                </a:ext>
              </a:extLst>
            </p:cNvPr>
            <p:cNvSpPr>
              <a:spLocks/>
            </p:cNvSpPr>
            <p:nvPr/>
          </p:nvSpPr>
          <p:spPr bwMode="auto">
            <a:xfrm>
              <a:off x="1656" y="1175"/>
              <a:ext cx="42" cy="69"/>
            </a:xfrm>
            <a:custGeom>
              <a:avLst/>
              <a:gdLst>
                <a:gd name="T0" fmla="*/ 0 w 42"/>
                <a:gd name="T1" fmla="*/ 0 h 69"/>
                <a:gd name="T2" fmla="*/ 42 w 42"/>
                <a:gd name="T3" fmla="*/ 13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3"/>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30" name="AutoShape 290">
              <a:extLst>
                <a:ext uri="{FF2B5EF4-FFF2-40B4-BE49-F238E27FC236}">
                  <a16:creationId xmlns:a16="http://schemas.microsoft.com/office/drawing/2014/main" id="{4B14C8CF-A17D-47B2-92CB-D0C27F16C072}"/>
                </a:ext>
              </a:extLst>
            </p:cNvPr>
            <p:cNvSpPr>
              <a:spLocks noChangeArrowheads="1"/>
            </p:cNvSpPr>
            <p:nvPr/>
          </p:nvSpPr>
          <p:spPr bwMode="auto">
            <a:xfrm>
              <a:off x="1546" y="1092"/>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31" name="AutoShape 291">
              <a:extLst>
                <a:ext uri="{FF2B5EF4-FFF2-40B4-BE49-F238E27FC236}">
                  <a16:creationId xmlns:a16="http://schemas.microsoft.com/office/drawing/2014/main" id="{1C1E0B06-0DC3-4B3B-97D6-B9DB5D8A7299}"/>
                </a:ext>
              </a:extLst>
            </p:cNvPr>
            <p:cNvSpPr>
              <a:spLocks noChangeArrowheads="1"/>
            </p:cNvSpPr>
            <p:nvPr/>
          </p:nvSpPr>
          <p:spPr bwMode="auto">
            <a:xfrm>
              <a:off x="1532" y="1078"/>
              <a:ext cx="152" cy="97"/>
            </a:xfrm>
            <a:prstGeom prst="roundRect">
              <a:avLst>
                <a:gd name="adj" fmla="val 38662"/>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32" name="Rectangle 292">
              <a:extLst>
                <a:ext uri="{FF2B5EF4-FFF2-40B4-BE49-F238E27FC236}">
                  <a16:creationId xmlns:a16="http://schemas.microsoft.com/office/drawing/2014/main" id="{561193CD-9AF9-41DD-8699-DAE0E8BD7EFA}"/>
                </a:ext>
              </a:extLst>
            </p:cNvPr>
            <p:cNvSpPr>
              <a:spLocks noChangeArrowheads="1"/>
            </p:cNvSpPr>
            <p:nvPr/>
          </p:nvSpPr>
          <p:spPr bwMode="auto">
            <a:xfrm>
              <a:off x="1574" y="1106"/>
              <a:ext cx="82"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33" name="Rectangle 293">
              <a:extLst>
                <a:ext uri="{FF2B5EF4-FFF2-40B4-BE49-F238E27FC236}">
                  <a16:creationId xmlns:a16="http://schemas.microsoft.com/office/drawing/2014/main" id="{D1E089D7-9D59-4D6A-BB23-49C744314B07}"/>
                </a:ext>
              </a:extLst>
            </p:cNvPr>
            <p:cNvSpPr>
              <a:spLocks noChangeArrowheads="1"/>
            </p:cNvSpPr>
            <p:nvPr/>
          </p:nvSpPr>
          <p:spPr bwMode="auto">
            <a:xfrm>
              <a:off x="1574" y="1106"/>
              <a:ext cx="96"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34" name="Freeform 294">
              <a:extLst>
                <a:ext uri="{FF2B5EF4-FFF2-40B4-BE49-F238E27FC236}">
                  <a16:creationId xmlns:a16="http://schemas.microsoft.com/office/drawing/2014/main" id="{F10019FC-6709-494D-A879-6846821F5EC5}"/>
                </a:ext>
              </a:extLst>
            </p:cNvPr>
            <p:cNvSpPr>
              <a:spLocks/>
            </p:cNvSpPr>
            <p:nvPr/>
          </p:nvSpPr>
          <p:spPr bwMode="auto">
            <a:xfrm>
              <a:off x="1684" y="1230"/>
              <a:ext cx="28" cy="41"/>
            </a:xfrm>
            <a:custGeom>
              <a:avLst/>
              <a:gdLst>
                <a:gd name="T0" fmla="*/ 14 w 28"/>
                <a:gd name="T1" fmla="*/ 0 h 41"/>
                <a:gd name="T2" fmla="*/ 14 w 28"/>
                <a:gd name="T3" fmla="*/ 0 h 41"/>
                <a:gd name="T4" fmla="*/ 28 w 28"/>
                <a:gd name="T5" fmla="*/ 14 h 41"/>
                <a:gd name="T6" fmla="*/ 28 w 28"/>
                <a:gd name="T7" fmla="*/ 27 h 41"/>
                <a:gd name="T8" fmla="*/ 14 w 28"/>
                <a:gd name="T9" fmla="*/ 41 h 41"/>
                <a:gd name="T10" fmla="*/ 14 w 28"/>
                <a:gd name="T11" fmla="*/ 41 h 41"/>
                <a:gd name="T12" fmla="*/ 0 w 28"/>
                <a:gd name="T13" fmla="*/ 27 h 41"/>
                <a:gd name="T14" fmla="*/ 0 w 28"/>
                <a:gd name="T15" fmla="*/ 14 h 41"/>
                <a:gd name="T16" fmla="*/ 0 w 28"/>
                <a:gd name="T17" fmla="*/ 0 h 41"/>
                <a:gd name="T18" fmla="*/ 14 w 28"/>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1"/>
                <a:gd name="T32" fmla="*/ 28 w 28"/>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1">
                  <a:moveTo>
                    <a:pt x="14" y="0"/>
                  </a:moveTo>
                  <a:lnTo>
                    <a:pt x="14" y="0"/>
                  </a:lnTo>
                  <a:lnTo>
                    <a:pt x="28" y="14"/>
                  </a:lnTo>
                  <a:lnTo>
                    <a:pt x="28" y="27"/>
                  </a:lnTo>
                  <a:lnTo>
                    <a:pt x="14" y="41"/>
                  </a:lnTo>
                  <a:lnTo>
                    <a:pt x="0" y="27"/>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2215"/>
            </a:p>
          </p:txBody>
        </p:sp>
        <p:pic>
          <p:nvPicPr>
            <p:cNvPr id="35935" name="Picture 295">
              <a:extLst>
                <a:ext uri="{FF2B5EF4-FFF2-40B4-BE49-F238E27FC236}">
                  <a16:creationId xmlns:a16="http://schemas.microsoft.com/office/drawing/2014/main" id="{72284E66-4C32-4342-86E7-D3CE5CB09D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4" y="1106"/>
              <a:ext cx="69" cy="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936" name="Line 296">
              <a:extLst>
                <a:ext uri="{FF2B5EF4-FFF2-40B4-BE49-F238E27FC236}">
                  <a16:creationId xmlns:a16="http://schemas.microsoft.com/office/drawing/2014/main" id="{894B756B-90E2-48B1-8885-C32BA7438EA1}"/>
                </a:ext>
              </a:extLst>
            </p:cNvPr>
            <p:cNvSpPr>
              <a:spLocks noChangeShapeType="1"/>
            </p:cNvSpPr>
            <p:nvPr/>
          </p:nvSpPr>
          <p:spPr bwMode="auto">
            <a:xfrm>
              <a:off x="1684" y="1244"/>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37" name="Freeform 297">
              <a:extLst>
                <a:ext uri="{FF2B5EF4-FFF2-40B4-BE49-F238E27FC236}">
                  <a16:creationId xmlns:a16="http://schemas.microsoft.com/office/drawing/2014/main" id="{D63CF86D-A7F2-4FAE-827F-B0174B659A40}"/>
                </a:ext>
              </a:extLst>
            </p:cNvPr>
            <p:cNvSpPr>
              <a:spLocks/>
            </p:cNvSpPr>
            <p:nvPr/>
          </p:nvSpPr>
          <p:spPr bwMode="auto">
            <a:xfrm>
              <a:off x="1698" y="1244"/>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38" name="Rectangle 298">
              <a:extLst>
                <a:ext uri="{FF2B5EF4-FFF2-40B4-BE49-F238E27FC236}">
                  <a16:creationId xmlns:a16="http://schemas.microsoft.com/office/drawing/2014/main" id="{DBBF42ED-66B2-45C7-B7FB-3E3C05C98547}"/>
                </a:ext>
              </a:extLst>
            </p:cNvPr>
            <p:cNvSpPr>
              <a:spLocks noChangeArrowheads="1"/>
            </p:cNvSpPr>
            <p:nvPr/>
          </p:nvSpPr>
          <p:spPr bwMode="auto">
            <a:xfrm>
              <a:off x="1560" y="1161"/>
              <a:ext cx="96" cy="27"/>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39" name="Freeform 299">
              <a:extLst>
                <a:ext uri="{FF2B5EF4-FFF2-40B4-BE49-F238E27FC236}">
                  <a16:creationId xmlns:a16="http://schemas.microsoft.com/office/drawing/2014/main" id="{0A257601-452E-409E-8498-8AEDE9846DD3}"/>
                </a:ext>
              </a:extLst>
            </p:cNvPr>
            <p:cNvSpPr>
              <a:spLocks/>
            </p:cNvSpPr>
            <p:nvPr/>
          </p:nvSpPr>
          <p:spPr bwMode="auto">
            <a:xfrm>
              <a:off x="1546" y="1188"/>
              <a:ext cx="124" cy="28"/>
            </a:xfrm>
            <a:custGeom>
              <a:avLst/>
              <a:gdLst>
                <a:gd name="T0" fmla="*/ 14 w 124"/>
                <a:gd name="T1" fmla="*/ 0 h 28"/>
                <a:gd name="T2" fmla="*/ 0 w 124"/>
                <a:gd name="T3" fmla="*/ 28 h 28"/>
                <a:gd name="T4" fmla="*/ 124 w 124"/>
                <a:gd name="T5" fmla="*/ 28 h 28"/>
                <a:gd name="T6" fmla="*/ 124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40" name="Line 300">
              <a:extLst>
                <a:ext uri="{FF2B5EF4-FFF2-40B4-BE49-F238E27FC236}">
                  <a16:creationId xmlns:a16="http://schemas.microsoft.com/office/drawing/2014/main" id="{2999ED7D-DD47-4F15-9277-53FF3ACDB2C8}"/>
                </a:ext>
              </a:extLst>
            </p:cNvPr>
            <p:cNvSpPr>
              <a:spLocks noChangeShapeType="1"/>
            </p:cNvSpPr>
            <p:nvPr/>
          </p:nvSpPr>
          <p:spPr bwMode="auto">
            <a:xfrm>
              <a:off x="1560" y="1202"/>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41" name="Line 301">
              <a:extLst>
                <a:ext uri="{FF2B5EF4-FFF2-40B4-BE49-F238E27FC236}">
                  <a16:creationId xmlns:a16="http://schemas.microsoft.com/office/drawing/2014/main" id="{12335C24-0CC0-499C-8569-2352A52920D0}"/>
                </a:ext>
              </a:extLst>
            </p:cNvPr>
            <p:cNvSpPr>
              <a:spLocks noChangeShapeType="1"/>
            </p:cNvSpPr>
            <p:nvPr/>
          </p:nvSpPr>
          <p:spPr bwMode="auto">
            <a:xfrm>
              <a:off x="1574" y="1188"/>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42" name="Line 302">
              <a:extLst>
                <a:ext uri="{FF2B5EF4-FFF2-40B4-BE49-F238E27FC236}">
                  <a16:creationId xmlns:a16="http://schemas.microsoft.com/office/drawing/2014/main" id="{18F24FA4-C5BA-4F09-93EC-C2844146043E}"/>
                </a:ext>
              </a:extLst>
            </p:cNvPr>
            <p:cNvSpPr>
              <a:spLocks noChangeShapeType="1"/>
            </p:cNvSpPr>
            <p:nvPr/>
          </p:nvSpPr>
          <p:spPr bwMode="auto">
            <a:xfrm>
              <a:off x="1560" y="120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43" name="Line 303">
              <a:extLst>
                <a:ext uri="{FF2B5EF4-FFF2-40B4-BE49-F238E27FC236}">
                  <a16:creationId xmlns:a16="http://schemas.microsoft.com/office/drawing/2014/main" id="{03F52E66-41A2-4122-BF3E-E95AF1720C1A}"/>
                </a:ext>
              </a:extLst>
            </p:cNvPr>
            <p:cNvSpPr>
              <a:spLocks noChangeShapeType="1"/>
            </p:cNvSpPr>
            <p:nvPr/>
          </p:nvSpPr>
          <p:spPr bwMode="auto">
            <a:xfrm>
              <a:off x="1587" y="1202"/>
              <a:ext cx="5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44" name="Freeform 304">
              <a:extLst>
                <a:ext uri="{FF2B5EF4-FFF2-40B4-BE49-F238E27FC236}">
                  <a16:creationId xmlns:a16="http://schemas.microsoft.com/office/drawing/2014/main" id="{B1965A5B-D493-4BE4-BD75-7126393FE36E}"/>
                </a:ext>
              </a:extLst>
            </p:cNvPr>
            <p:cNvSpPr>
              <a:spLocks/>
            </p:cNvSpPr>
            <p:nvPr/>
          </p:nvSpPr>
          <p:spPr bwMode="auto">
            <a:xfrm>
              <a:off x="1629" y="1202"/>
              <a:ext cx="41" cy="1"/>
            </a:xfrm>
            <a:custGeom>
              <a:avLst/>
              <a:gdLst>
                <a:gd name="T0" fmla="*/ 0 w 41"/>
                <a:gd name="T1" fmla="*/ 0 h 1"/>
                <a:gd name="T2" fmla="*/ 27 w 41"/>
                <a:gd name="T3" fmla="*/ 0 h 1"/>
                <a:gd name="T4" fmla="*/ 41 w 41"/>
                <a:gd name="T5" fmla="*/ 0 h 1"/>
                <a:gd name="T6" fmla="*/ 0 60000 65536"/>
                <a:gd name="T7" fmla="*/ 0 60000 65536"/>
                <a:gd name="T8" fmla="*/ 0 60000 65536"/>
                <a:gd name="T9" fmla="*/ 0 w 41"/>
                <a:gd name="T10" fmla="*/ 0 h 1"/>
                <a:gd name="T11" fmla="*/ 41 w 41"/>
                <a:gd name="T12" fmla="*/ 1 h 1"/>
              </a:gdLst>
              <a:ahLst/>
              <a:cxnLst>
                <a:cxn ang="T6">
                  <a:pos x="T0" y="T1"/>
                </a:cxn>
                <a:cxn ang="T7">
                  <a:pos x="T2" y="T3"/>
                </a:cxn>
                <a:cxn ang="T8">
                  <a:pos x="T4" y="T5"/>
                </a:cxn>
              </a:cxnLst>
              <a:rect l="T9" t="T10" r="T11" b="T12"/>
              <a:pathLst>
                <a:path w="41" h="1">
                  <a:moveTo>
                    <a:pt x="0" y="0"/>
                  </a:moveTo>
                  <a:lnTo>
                    <a:pt x="27" y="0"/>
                  </a:lnTo>
                  <a:lnTo>
                    <a:pt x="41"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45" name="Rectangle 305">
              <a:extLst>
                <a:ext uri="{FF2B5EF4-FFF2-40B4-BE49-F238E27FC236}">
                  <a16:creationId xmlns:a16="http://schemas.microsoft.com/office/drawing/2014/main" id="{2F12F464-9F8F-45A9-9E7E-D46885A6E981}"/>
                </a:ext>
              </a:extLst>
            </p:cNvPr>
            <p:cNvSpPr>
              <a:spLocks noChangeArrowheads="1"/>
            </p:cNvSpPr>
            <p:nvPr/>
          </p:nvSpPr>
          <p:spPr bwMode="auto">
            <a:xfrm>
              <a:off x="1601" y="1092"/>
              <a:ext cx="2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46" name="Rectangle 306">
              <a:extLst>
                <a:ext uri="{FF2B5EF4-FFF2-40B4-BE49-F238E27FC236}">
                  <a16:creationId xmlns:a16="http://schemas.microsoft.com/office/drawing/2014/main" id="{9348C940-5EB1-442F-BFAD-8AA5B2E053BD}"/>
                </a:ext>
              </a:extLst>
            </p:cNvPr>
            <p:cNvSpPr>
              <a:spLocks noChangeArrowheads="1"/>
            </p:cNvSpPr>
            <p:nvPr/>
          </p:nvSpPr>
          <p:spPr bwMode="auto">
            <a:xfrm>
              <a:off x="1601" y="1092"/>
              <a:ext cx="42"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47" name="Freeform 307">
              <a:extLst>
                <a:ext uri="{FF2B5EF4-FFF2-40B4-BE49-F238E27FC236}">
                  <a16:creationId xmlns:a16="http://schemas.microsoft.com/office/drawing/2014/main" id="{CD790EF5-2066-400E-99D9-3A6CA70B058E}"/>
                </a:ext>
              </a:extLst>
            </p:cNvPr>
            <p:cNvSpPr>
              <a:spLocks/>
            </p:cNvSpPr>
            <p:nvPr/>
          </p:nvSpPr>
          <p:spPr bwMode="auto">
            <a:xfrm>
              <a:off x="1836" y="1175"/>
              <a:ext cx="41" cy="69"/>
            </a:xfrm>
            <a:custGeom>
              <a:avLst/>
              <a:gdLst>
                <a:gd name="T0" fmla="*/ 0 w 41"/>
                <a:gd name="T1" fmla="*/ 0 h 69"/>
                <a:gd name="T2" fmla="*/ 41 w 41"/>
                <a:gd name="T3" fmla="*/ 13 h 69"/>
                <a:gd name="T4" fmla="*/ 41 w 41"/>
                <a:gd name="T5" fmla="*/ 69 h 69"/>
                <a:gd name="T6" fmla="*/ 0 60000 65536"/>
                <a:gd name="T7" fmla="*/ 0 60000 65536"/>
                <a:gd name="T8" fmla="*/ 0 60000 65536"/>
                <a:gd name="T9" fmla="*/ 0 w 41"/>
                <a:gd name="T10" fmla="*/ 0 h 69"/>
                <a:gd name="T11" fmla="*/ 41 w 41"/>
                <a:gd name="T12" fmla="*/ 69 h 69"/>
              </a:gdLst>
              <a:ahLst/>
              <a:cxnLst>
                <a:cxn ang="T6">
                  <a:pos x="T0" y="T1"/>
                </a:cxn>
                <a:cxn ang="T7">
                  <a:pos x="T2" y="T3"/>
                </a:cxn>
                <a:cxn ang="T8">
                  <a:pos x="T4" y="T5"/>
                </a:cxn>
              </a:cxnLst>
              <a:rect l="T9" t="T10" r="T11" b="T12"/>
              <a:pathLst>
                <a:path w="41" h="69">
                  <a:moveTo>
                    <a:pt x="0" y="0"/>
                  </a:moveTo>
                  <a:lnTo>
                    <a:pt x="41" y="13"/>
                  </a:lnTo>
                  <a:lnTo>
                    <a:pt x="41"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48" name="AutoShape 308">
              <a:extLst>
                <a:ext uri="{FF2B5EF4-FFF2-40B4-BE49-F238E27FC236}">
                  <a16:creationId xmlns:a16="http://schemas.microsoft.com/office/drawing/2014/main" id="{C6C1E414-75ED-4E9E-B366-BBA53B12412D}"/>
                </a:ext>
              </a:extLst>
            </p:cNvPr>
            <p:cNvSpPr>
              <a:spLocks noChangeArrowheads="1"/>
            </p:cNvSpPr>
            <p:nvPr/>
          </p:nvSpPr>
          <p:spPr bwMode="auto">
            <a:xfrm>
              <a:off x="1725" y="1092"/>
              <a:ext cx="125"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49" name="AutoShape 309">
              <a:extLst>
                <a:ext uri="{FF2B5EF4-FFF2-40B4-BE49-F238E27FC236}">
                  <a16:creationId xmlns:a16="http://schemas.microsoft.com/office/drawing/2014/main" id="{CC524D9A-1117-4643-AED8-425FD69CDA80}"/>
                </a:ext>
              </a:extLst>
            </p:cNvPr>
            <p:cNvSpPr>
              <a:spLocks noChangeArrowheads="1"/>
            </p:cNvSpPr>
            <p:nvPr/>
          </p:nvSpPr>
          <p:spPr bwMode="auto">
            <a:xfrm>
              <a:off x="1712" y="1078"/>
              <a:ext cx="151" cy="97"/>
            </a:xfrm>
            <a:prstGeom prst="roundRect">
              <a:avLst>
                <a:gd name="adj" fmla="val 38662"/>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50" name="Rectangle 310">
              <a:extLst>
                <a:ext uri="{FF2B5EF4-FFF2-40B4-BE49-F238E27FC236}">
                  <a16:creationId xmlns:a16="http://schemas.microsoft.com/office/drawing/2014/main" id="{6B9C2D92-7CA8-4B3A-9EF6-D56C4CED0414}"/>
                </a:ext>
              </a:extLst>
            </p:cNvPr>
            <p:cNvSpPr>
              <a:spLocks noChangeArrowheads="1"/>
            </p:cNvSpPr>
            <p:nvPr/>
          </p:nvSpPr>
          <p:spPr bwMode="auto">
            <a:xfrm>
              <a:off x="1753" y="1106"/>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51" name="Rectangle 311">
              <a:extLst>
                <a:ext uri="{FF2B5EF4-FFF2-40B4-BE49-F238E27FC236}">
                  <a16:creationId xmlns:a16="http://schemas.microsoft.com/office/drawing/2014/main" id="{EE6A2F64-9F01-474C-B31B-29E89B852EEB}"/>
                </a:ext>
              </a:extLst>
            </p:cNvPr>
            <p:cNvSpPr>
              <a:spLocks noChangeArrowheads="1"/>
            </p:cNvSpPr>
            <p:nvPr/>
          </p:nvSpPr>
          <p:spPr bwMode="auto">
            <a:xfrm>
              <a:off x="1753" y="1106"/>
              <a:ext cx="97"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52" name="Freeform 312">
              <a:extLst>
                <a:ext uri="{FF2B5EF4-FFF2-40B4-BE49-F238E27FC236}">
                  <a16:creationId xmlns:a16="http://schemas.microsoft.com/office/drawing/2014/main" id="{59664741-A5EF-4A0D-94A5-B89CFC44E734}"/>
                </a:ext>
              </a:extLst>
            </p:cNvPr>
            <p:cNvSpPr>
              <a:spLocks/>
            </p:cNvSpPr>
            <p:nvPr/>
          </p:nvSpPr>
          <p:spPr bwMode="auto">
            <a:xfrm>
              <a:off x="1863" y="1230"/>
              <a:ext cx="28" cy="41"/>
            </a:xfrm>
            <a:custGeom>
              <a:avLst/>
              <a:gdLst>
                <a:gd name="T0" fmla="*/ 14 w 28"/>
                <a:gd name="T1" fmla="*/ 0 h 41"/>
                <a:gd name="T2" fmla="*/ 14 w 28"/>
                <a:gd name="T3" fmla="*/ 0 h 41"/>
                <a:gd name="T4" fmla="*/ 28 w 28"/>
                <a:gd name="T5" fmla="*/ 14 h 41"/>
                <a:gd name="T6" fmla="*/ 28 w 28"/>
                <a:gd name="T7" fmla="*/ 27 h 41"/>
                <a:gd name="T8" fmla="*/ 14 w 28"/>
                <a:gd name="T9" fmla="*/ 41 h 41"/>
                <a:gd name="T10" fmla="*/ 14 w 28"/>
                <a:gd name="T11" fmla="*/ 41 h 41"/>
                <a:gd name="T12" fmla="*/ 0 w 28"/>
                <a:gd name="T13" fmla="*/ 27 h 41"/>
                <a:gd name="T14" fmla="*/ 0 w 28"/>
                <a:gd name="T15" fmla="*/ 14 h 41"/>
                <a:gd name="T16" fmla="*/ 0 w 28"/>
                <a:gd name="T17" fmla="*/ 0 h 41"/>
                <a:gd name="T18" fmla="*/ 14 w 28"/>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1"/>
                <a:gd name="T32" fmla="*/ 28 w 28"/>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1">
                  <a:moveTo>
                    <a:pt x="14" y="0"/>
                  </a:moveTo>
                  <a:lnTo>
                    <a:pt x="14" y="0"/>
                  </a:lnTo>
                  <a:lnTo>
                    <a:pt x="28" y="14"/>
                  </a:lnTo>
                  <a:lnTo>
                    <a:pt x="28" y="27"/>
                  </a:lnTo>
                  <a:lnTo>
                    <a:pt x="14" y="41"/>
                  </a:lnTo>
                  <a:lnTo>
                    <a:pt x="0" y="27"/>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2215"/>
            </a:p>
          </p:txBody>
        </p:sp>
        <p:pic>
          <p:nvPicPr>
            <p:cNvPr id="35953" name="Picture 313">
              <a:extLst>
                <a:ext uri="{FF2B5EF4-FFF2-40B4-BE49-F238E27FC236}">
                  <a16:creationId xmlns:a16="http://schemas.microsoft.com/office/drawing/2014/main" id="{BE514462-3556-4B00-8C80-9F5D33A616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3" y="1106"/>
              <a:ext cx="69" cy="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954" name="Line 314">
              <a:extLst>
                <a:ext uri="{FF2B5EF4-FFF2-40B4-BE49-F238E27FC236}">
                  <a16:creationId xmlns:a16="http://schemas.microsoft.com/office/drawing/2014/main" id="{236D3645-ED47-4E7B-80AA-8A39CD40C60E}"/>
                </a:ext>
              </a:extLst>
            </p:cNvPr>
            <p:cNvSpPr>
              <a:spLocks noChangeShapeType="1"/>
            </p:cNvSpPr>
            <p:nvPr/>
          </p:nvSpPr>
          <p:spPr bwMode="auto">
            <a:xfrm>
              <a:off x="1863" y="1244"/>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55" name="Freeform 315">
              <a:extLst>
                <a:ext uri="{FF2B5EF4-FFF2-40B4-BE49-F238E27FC236}">
                  <a16:creationId xmlns:a16="http://schemas.microsoft.com/office/drawing/2014/main" id="{4F346A3B-38A5-4485-8728-52C890C66638}"/>
                </a:ext>
              </a:extLst>
            </p:cNvPr>
            <p:cNvSpPr>
              <a:spLocks/>
            </p:cNvSpPr>
            <p:nvPr/>
          </p:nvSpPr>
          <p:spPr bwMode="auto">
            <a:xfrm>
              <a:off x="1877" y="1244"/>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56" name="Rectangle 316">
              <a:extLst>
                <a:ext uri="{FF2B5EF4-FFF2-40B4-BE49-F238E27FC236}">
                  <a16:creationId xmlns:a16="http://schemas.microsoft.com/office/drawing/2014/main" id="{43D88ECA-AB52-4883-AB06-F48FB0A7792E}"/>
                </a:ext>
              </a:extLst>
            </p:cNvPr>
            <p:cNvSpPr>
              <a:spLocks noChangeArrowheads="1"/>
            </p:cNvSpPr>
            <p:nvPr/>
          </p:nvSpPr>
          <p:spPr bwMode="auto">
            <a:xfrm>
              <a:off x="1739" y="1161"/>
              <a:ext cx="97" cy="27"/>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57" name="Freeform 317">
              <a:extLst>
                <a:ext uri="{FF2B5EF4-FFF2-40B4-BE49-F238E27FC236}">
                  <a16:creationId xmlns:a16="http://schemas.microsoft.com/office/drawing/2014/main" id="{51BCE221-0D3E-4DCE-9DF4-3491B884CA49}"/>
                </a:ext>
              </a:extLst>
            </p:cNvPr>
            <p:cNvSpPr>
              <a:spLocks/>
            </p:cNvSpPr>
            <p:nvPr/>
          </p:nvSpPr>
          <p:spPr bwMode="auto">
            <a:xfrm>
              <a:off x="1725" y="1188"/>
              <a:ext cx="125" cy="28"/>
            </a:xfrm>
            <a:custGeom>
              <a:avLst/>
              <a:gdLst>
                <a:gd name="T0" fmla="*/ 14 w 125"/>
                <a:gd name="T1" fmla="*/ 0 h 28"/>
                <a:gd name="T2" fmla="*/ 0 w 125"/>
                <a:gd name="T3" fmla="*/ 28 h 28"/>
                <a:gd name="T4" fmla="*/ 125 w 125"/>
                <a:gd name="T5" fmla="*/ 28 h 28"/>
                <a:gd name="T6" fmla="*/ 125 w 125"/>
                <a:gd name="T7" fmla="*/ 0 h 28"/>
                <a:gd name="T8" fmla="*/ 14 w 125"/>
                <a:gd name="T9" fmla="*/ 0 h 28"/>
                <a:gd name="T10" fmla="*/ 0 60000 65536"/>
                <a:gd name="T11" fmla="*/ 0 60000 65536"/>
                <a:gd name="T12" fmla="*/ 0 60000 65536"/>
                <a:gd name="T13" fmla="*/ 0 60000 65536"/>
                <a:gd name="T14" fmla="*/ 0 60000 65536"/>
                <a:gd name="T15" fmla="*/ 0 w 125"/>
                <a:gd name="T16" fmla="*/ 0 h 28"/>
                <a:gd name="T17" fmla="*/ 125 w 125"/>
                <a:gd name="T18" fmla="*/ 28 h 28"/>
              </a:gdLst>
              <a:ahLst/>
              <a:cxnLst>
                <a:cxn ang="T10">
                  <a:pos x="T0" y="T1"/>
                </a:cxn>
                <a:cxn ang="T11">
                  <a:pos x="T2" y="T3"/>
                </a:cxn>
                <a:cxn ang="T12">
                  <a:pos x="T4" y="T5"/>
                </a:cxn>
                <a:cxn ang="T13">
                  <a:pos x="T6" y="T7"/>
                </a:cxn>
                <a:cxn ang="T14">
                  <a:pos x="T8" y="T9"/>
                </a:cxn>
              </a:cxnLst>
              <a:rect l="T15" t="T16" r="T17" b="T18"/>
              <a:pathLst>
                <a:path w="125" h="28">
                  <a:moveTo>
                    <a:pt x="14" y="0"/>
                  </a:moveTo>
                  <a:lnTo>
                    <a:pt x="0" y="28"/>
                  </a:lnTo>
                  <a:lnTo>
                    <a:pt x="125" y="28"/>
                  </a:lnTo>
                  <a:lnTo>
                    <a:pt x="125"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58" name="Line 318">
              <a:extLst>
                <a:ext uri="{FF2B5EF4-FFF2-40B4-BE49-F238E27FC236}">
                  <a16:creationId xmlns:a16="http://schemas.microsoft.com/office/drawing/2014/main" id="{51AD37DA-2B93-498D-8E20-4D604E14BF16}"/>
                </a:ext>
              </a:extLst>
            </p:cNvPr>
            <p:cNvSpPr>
              <a:spLocks noChangeShapeType="1"/>
            </p:cNvSpPr>
            <p:nvPr/>
          </p:nvSpPr>
          <p:spPr bwMode="auto">
            <a:xfrm>
              <a:off x="1739" y="1202"/>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59" name="Line 319">
              <a:extLst>
                <a:ext uri="{FF2B5EF4-FFF2-40B4-BE49-F238E27FC236}">
                  <a16:creationId xmlns:a16="http://schemas.microsoft.com/office/drawing/2014/main" id="{4D15169B-7B76-443D-866A-7729A16B153B}"/>
                </a:ext>
              </a:extLst>
            </p:cNvPr>
            <p:cNvSpPr>
              <a:spLocks noChangeShapeType="1"/>
            </p:cNvSpPr>
            <p:nvPr/>
          </p:nvSpPr>
          <p:spPr bwMode="auto">
            <a:xfrm>
              <a:off x="1753" y="1188"/>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60" name="Line 320">
              <a:extLst>
                <a:ext uri="{FF2B5EF4-FFF2-40B4-BE49-F238E27FC236}">
                  <a16:creationId xmlns:a16="http://schemas.microsoft.com/office/drawing/2014/main" id="{2775D222-D438-4FA7-ADED-67E1974BF9B9}"/>
                </a:ext>
              </a:extLst>
            </p:cNvPr>
            <p:cNvSpPr>
              <a:spLocks noChangeShapeType="1"/>
            </p:cNvSpPr>
            <p:nvPr/>
          </p:nvSpPr>
          <p:spPr bwMode="auto">
            <a:xfrm>
              <a:off x="1739" y="120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61" name="Line 321">
              <a:extLst>
                <a:ext uri="{FF2B5EF4-FFF2-40B4-BE49-F238E27FC236}">
                  <a16:creationId xmlns:a16="http://schemas.microsoft.com/office/drawing/2014/main" id="{148A393A-E192-46DE-A348-A06384635D74}"/>
                </a:ext>
              </a:extLst>
            </p:cNvPr>
            <p:cNvSpPr>
              <a:spLocks noChangeShapeType="1"/>
            </p:cNvSpPr>
            <p:nvPr/>
          </p:nvSpPr>
          <p:spPr bwMode="auto">
            <a:xfrm>
              <a:off x="1767" y="1202"/>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62" name="Freeform 322">
              <a:extLst>
                <a:ext uri="{FF2B5EF4-FFF2-40B4-BE49-F238E27FC236}">
                  <a16:creationId xmlns:a16="http://schemas.microsoft.com/office/drawing/2014/main" id="{53164803-386D-4C0D-B89E-B3BECED4A349}"/>
                </a:ext>
              </a:extLst>
            </p:cNvPr>
            <p:cNvSpPr>
              <a:spLocks/>
            </p:cNvSpPr>
            <p:nvPr/>
          </p:nvSpPr>
          <p:spPr bwMode="auto">
            <a:xfrm>
              <a:off x="1808" y="1202"/>
              <a:ext cx="42" cy="1"/>
            </a:xfrm>
            <a:custGeom>
              <a:avLst/>
              <a:gdLst>
                <a:gd name="T0" fmla="*/ 0 w 42"/>
                <a:gd name="T1" fmla="*/ 0 h 1"/>
                <a:gd name="T2" fmla="*/ 28 w 42"/>
                <a:gd name="T3" fmla="*/ 0 h 1"/>
                <a:gd name="T4" fmla="*/ 42 w 42"/>
                <a:gd name="T5" fmla="*/ 0 h 1"/>
                <a:gd name="T6" fmla="*/ 0 60000 65536"/>
                <a:gd name="T7" fmla="*/ 0 60000 65536"/>
                <a:gd name="T8" fmla="*/ 0 60000 65536"/>
                <a:gd name="T9" fmla="*/ 0 w 42"/>
                <a:gd name="T10" fmla="*/ 0 h 1"/>
                <a:gd name="T11" fmla="*/ 42 w 42"/>
                <a:gd name="T12" fmla="*/ 1 h 1"/>
              </a:gdLst>
              <a:ahLst/>
              <a:cxnLst>
                <a:cxn ang="T6">
                  <a:pos x="T0" y="T1"/>
                </a:cxn>
                <a:cxn ang="T7">
                  <a:pos x="T2" y="T3"/>
                </a:cxn>
                <a:cxn ang="T8">
                  <a:pos x="T4" y="T5"/>
                </a:cxn>
              </a:cxnLst>
              <a:rect l="T9" t="T10" r="T11" b="T12"/>
              <a:pathLst>
                <a:path w="42" h="1">
                  <a:moveTo>
                    <a:pt x="0" y="0"/>
                  </a:moveTo>
                  <a:lnTo>
                    <a:pt x="28" y="0"/>
                  </a:lnTo>
                  <a:lnTo>
                    <a:pt x="42"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63" name="Rectangle 323">
              <a:extLst>
                <a:ext uri="{FF2B5EF4-FFF2-40B4-BE49-F238E27FC236}">
                  <a16:creationId xmlns:a16="http://schemas.microsoft.com/office/drawing/2014/main" id="{4B4E1495-EFAA-4FB0-8A1C-0D1EED4215C3}"/>
                </a:ext>
              </a:extLst>
            </p:cNvPr>
            <p:cNvSpPr>
              <a:spLocks noChangeArrowheads="1"/>
            </p:cNvSpPr>
            <p:nvPr/>
          </p:nvSpPr>
          <p:spPr bwMode="auto">
            <a:xfrm>
              <a:off x="1781" y="1092"/>
              <a:ext cx="27"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64" name="Rectangle 324">
              <a:extLst>
                <a:ext uri="{FF2B5EF4-FFF2-40B4-BE49-F238E27FC236}">
                  <a16:creationId xmlns:a16="http://schemas.microsoft.com/office/drawing/2014/main" id="{1E94AD39-3D3C-4ABA-862D-15C7CA76CE97}"/>
                </a:ext>
              </a:extLst>
            </p:cNvPr>
            <p:cNvSpPr>
              <a:spLocks noChangeArrowheads="1"/>
            </p:cNvSpPr>
            <p:nvPr/>
          </p:nvSpPr>
          <p:spPr bwMode="auto">
            <a:xfrm>
              <a:off x="1781" y="1092"/>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65" name="Freeform 325">
              <a:extLst>
                <a:ext uri="{FF2B5EF4-FFF2-40B4-BE49-F238E27FC236}">
                  <a16:creationId xmlns:a16="http://schemas.microsoft.com/office/drawing/2014/main" id="{2CB02EED-E6B8-4172-9EF0-CE10AF719066}"/>
                </a:ext>
              </a:extLst>
            </p:cNvPr>
            <p:cNvSpPr>
              <a:spLocks/>
            </p:cNvSpPr>
            <p:nvPr/>
          </p:nvSpPr>
          <p:spPr bwMode="auto">
            <a:xfrm>
              <a:off x="2015" y="1175"/>
              <a:ext cx="42" cy="69"/>
            </a:xfrm>
            <a:custGeom>
              <a:avLst/>
              <a:gdLst>
                <a:gd name="T0" fmla="*/ 0 w 42"/>
                <a:gd name="T1" fmla="*/ 0 h 69"/>
                <a:gd name="T2" fmla="*/ 42 w 42"/>
                <a:gd name="T3" fmla="*/ 13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3"/>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66" name="AutoShape 326">
              <a:extLst>
                <a:ext uri="{FF2B5EF4-FFF2-40B4-BE49-F238E27FC236}">
                  <a16:creationId xmlns:a16="http://schemas.microsoft.com/office/drawing/2014/main" id="{891E0EE5-9A15-4A0A-A1C5-7B1C0D41E9F0}"/>
                </a:ext>
              </a:extLst>
            </p:cNvPr>
            <p:cNvSpPr>
              <a:spLocks noChangeArrowheads="1"/>
            </p:cNvSpPr>
            <p:nvPr/>
          </p:nvSpPr>
          <p:spPr bwMode="auto">
            <a:xfrm>
              <a:off x="1905" y="1092"/>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67" name="AutoShape 327">
              <a:extLst>
                <a:ext uri="{FF2B5EF4-FFF2-40B4-BE49-F238E27FC236}">
                  <a16:creationId xmlns:a16="http://schemas.microsoft.com/office/drawing/2014/main" id="{CEB59E51-0444-4252-AA54-A5CBFCFF78FD}"/>
                </a:ext>
              </a:extLst>
            </p:cNvPr>
            <p:cNvSpPr>
              <a:spLocks noChangeArrowheads="1"/>
            </p:cNvSpPr>
            <p:nvPr/>
          </p:nvSpPr>
          <p:spPr bwMode="auto">
            <a:xfrm>
              <a:off x="1891" y="1078"/>
              <a:ext cx="152" cy="97"/>
            </a:xfrm>
            <a:prstGeom prst="roundRect">
              <a:avLst>
                <a:gd name="adj" fmla="val 38662"/>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68" name="Rectangle 328">
              <a:extLst>
                <a:ext uri="{FF2B5EF4-FFF2-40B4-BE49-F238E27FC236}">
                  <a16:creationId xmlns:a16="http://schemas.microsoft.com/office/drawing/2014/main" id="{00606062-33C5-4466-8566-3CE17AF7B07A}"/>
                </a:ext>
              </a:extLst>
            </p:cNvPr>
            <p:cNvSpPr>
              <a:spLocks noChangeArrowheads="1"/>
            </p:cNvSpPr>
            <p:nvPr/>
          </p:nvSpPr>
          <p:spPr bwMode="auto">
            <a:xfrm>
              <a:off x="1932" y="1106"/>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69" name="Rectangle 329">
              <a:extLst>
                <a:ext uri="{FF2B5EF4-FFF2-40B4-BE49-F238E27FC236}">
                  <a16:creationId xmlns:a16="http://schemas.microsoft.com/office/drawing/2014/main" id="{925C2766-AA6E-496F-9F02-9FB265EDB2CF}"/>
                </a:ext>
              </a:extLst>
            </p:cNvPr>
            <p:cNvSpPr>
              <a:spLocks noChangeArrowheads="1"/>
            </p:cNvSpPr>
            <p:nvPr/>
          </p:nvSpPr>
          <p:spPr bwMode="auto">
            <a:xfrm>
              <a:off x="1932" y="1106"/>
              <a:ext cx="97"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70" name="Freeform 330">
              <a:extLst>
                <a:ext uri="{FF2B5EF4-FFF2-40B4-BE49-F238E27FC236}">
                  <a16:creationId xmlns:a16="http://schemas.microsoft.com/office/drawing/2014/main" id="{F3C6E78B-76D3-4B91-BC4F-F7CE9D8CAC02}"/>
                </a:ext>
              </a:extLst>
            </p:cNvPr>
            <p:cNvSpPr>
              <a:spLocks/>
            </p:cNvSpPr>
            <p:nvPr/>
          </p:nvSpPr>
          <p:spPr bwMode="auto">
            <a:xfrm>
              <a:off x="2043" y="1230"/>
              <a:ext cx="27" cy="41"/>
            </a:xfrm>
            <a:custGeom>
              <a:avLst/>
              <a:gdLst>
                <a:gd name="T0" fmla="*/ 14 w 27"/>
                <a:gd name="T1" fmla="*/ 0 h 41"/>
                <a:gd name="T2" fmla="*/ 14 w 27"/>
                <a:gd name="T3" fmla="*/ 0 h 41"/>
                <a:gd name="T4" fmla="*/ 27 w 27"/>
                <a:gd name="T5" fmla="*/ 14 h 41"/>
                <a:gd name="T6" fmla="*/ 27 w 27"/>
                <a:gd name="T7" fmla="*/ 27 h 41"/>
                <a:gd name="T8" fmla="*/ 14 w 27"/>
                <a:gd name="T9" fmla="*/ 41 h 41"/>
                <a:gd name="T10" fmla="*/ 14 w 27"/>
                <a:gd name="T11" fmla="*/ 41 h 41"/>
                <a:gd name="T12" fmla="*/ 0 w 27"/>
                <a:gd name="T13" fmla="*/ 27 h 41"/>
                <a:gd name="T14" fmla="*/ 0 w 27"/>
                <a:gd name="T15" fmla="*/ 14 h 41"/>
                <a:gd name="T16" fmla="*/ 0 w 27"/>
                <a:gd name="T17" fmla="*/ 0 h 41"/>
                <a:gd name="T18" fmla="*/ 14 w 27"/>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41"/>
                <a:gd name="T32" fmla="*/ 27 w 27"/>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41">
                  <a:moveTo>
                    <a:pt x="14" y="0"/>
                  </a:moveTo>
                  <a:lnTo>
                    <a:pt x="14" y="0"/>
                  </a:lnTo>
                  <a:lnTo>
                    <a:pt x="27" y="14"/>
                  </a:lnTo>
                  <a:lnTo>
                    <a:pt x="27" y="27"/>
                  </a:lnTo>
                  <a:lnTo>
                    <a:pt x="14" y="41"/>
                  </a:lnTo>
                  <a:lnTo>
                    <a:pt x="0" y="27"/>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2215"/>
            </a:p>
          </p:txBody>
        </p:sp>
        <p:pic>
          <p:nvPicPr>
            <p:cNvPr id="35971" name="Picture 331">
              <a:extLst>
                <a:ext uri="{FF2B5EF4-FFF2-40B4-BE49-F238E27FC236}">
                  <a16:creationId xmlns:a16="http://schemas.microsoft.com/office/drawing/2014/main" id="{4DD0DD99-112B-466E-8A4F-04179F3414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2" y="1106"/>
              <a:ext cx="69" cy="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972" name="Line 332">
              <a:extLst>
                <a:ext uri="{FF2B5EF4-FFF2-40B4-BE49-F238E27FC236}">
                  <a16:creationId xmlns:a16="http://schemas.microsoft.com/office/drawing/2014/main" id="{249A5D00-09A3-4949-80D3-35AE2500374A}"/>
                </a:ext>
              </a:extLst>
            </p:cNvPr>
            <p:cNvSpPr>
              <a:spLocks noChangeShapeType="1"/>
            </p:cNvSpPr>
            <p:nvPr/>
          </p:nvSpPr>
          <p:spPr bwMode="auto">
            <a:xfrm>
              <a:off x="2043" y="1244"/>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73" name="Freeform 333">
              <a:extLst>
                <a:ext uri="{FF2B5EF4-FFF2-40B4-BE49-F238E27FC236}">
                  <a16:creationId xmlns:a16="http://schemas.microsoft.com/office/drawing/2014/main" id="{EAB17799-FE49-4883-870B-85E336251567}"/>
                </a:ext>
              </a:extLst>
            </p:cNvPr>
            <p:cNvSpPr>
              <a:spLocks/>
            </p:cNvSpPr>
            <p:nvPr/>
          </p:nvSpPr>
          <p:spPr bwMode="auto">
            <a:xfrm>
              <a:off x="2057" y="1244"/>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74" name="Rectangle 334">
              <a:extLst>
                <a:ext uri="{FF2B5EF4-FFF2-40B4-BE49-F238E27FC236}">
                  <a16:creationId xmlns:a16="http://schemas.microsoft.com/office/drawing/2014/main" id="{48192182-D231-40DF-90BB-2A84EDE09D69}"/>
                </a:ext>
              </a:extLst>
            </p:cNvPr>
            <p:cNvSpPr>
              <a:spLocks noChangeArrowheads="1"/>
            </p:cNvSpPr>
            <p:nvPr/>
          </p:nvSpPr>
          <p:spPr bwMode="auto">
            <a:xfrm>
              <a:off x="1919" y="1161"/>
              <a:ext cx="96" cy="27"/>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75" name="Freeform 335">
              <a:extLst>
                <a:ext uri="{FF2B5EF4-FFF2-40B4-BE49-F238E27FC236}">
                  <a16:creationId xmlns:a16="http://schemas.microsoft.com/office/drawing/2014/main" id="{4B0492CF-7221-4268-AD96-C7B8BB45B3B6}"/>
                </a:ext>
              </a:extLst>
            </p:cNvPr>
            <p:cNvSpPr>
              <a:spLocks/>
            </p:cNvSpPr>
            <p:nvPr/>
          </p:nvSpPr>
          <p:spPr bwMode="auto">
            <a:xfrm>
              <a:off x="1905" y="1188"/>
              <a:ext cx="124" cy="28"/>
            </a:xfrm>
            <a:custGeom>
              <a:avLst/>
              <a:gdLst>
                <a:gd name="T0" fmla="*/ 14 w 124"/>
                <a:gd name="T1" fmla="*/ 0 h 28"/>
                <a:gd name="T2" fmla="*/ 0 w 124"/>
                <a:gd name="T3" fmla="*/ 28 h 28"/>
                <a:gd name="T4" fmla="*/ 124 w 124"/>
                <a:gd name="T5" fmla="*/ 28 h 28"/>
                <a:gd name="T6" fmla="*/ 124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76" name="Line 336">
              <a:extLst>
                <a:ext uri="{FF2B5EF4-FFF2-40B4-BE49-F238E27FC236}">
                  <a16:creationId xmlns:a16="http://schemas.microsoft.com/office/drawing/2014/main" id="{539D0B71-0950-468E-B358-353A5CFB86FB}"/>
                </a:ext>
              </a:extLst>
            </p:cNvPr>
            <p:cNvSpPr>
              <a:spLocks noChangeShapeType="1"/>
            </p:cNvSpPr>
            <p:nvPr/>
          </p:nvSpPr>
          <p:spPr bwMode="auto">
            <a:xfrm>
              <a:off x="1919" y="1202"/>
              <a:ext cx="1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77" name="Line 337">
              <a:extLst>
                <a:ext uri="{FF2B5EF4-FFF2-40B4-BE49-F238E27FC236}">
                  <a16:creationId xmlns:a16="http://schemas.microsoft.com/office/drawing/2014/main" id="{9773FCF9-B9FA-4178-8EE9-A6647739D3B4}"/>
                </a:ext>
              </a:extLst>
            </p:cNvPr>
            <p:cNvSpPr>
              <a:spLocks noChangeShapeType="1"/>
            </p:cNvSpPr>
            <p:nvPr/>
          </p:nvSpPr>
          <p:spPr bwMode="auto">
            <a:xfrm>
              <a:off x="1932" y="1188"/>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78" name="Line 338">
              <a:extLst>
                <a:ext uri="{FF2B5EF4-FFF2-40B4-BE49-F238E27FC236}">
                  <a16:creationId xmlns:a16="http://schemas.microsoft.com/office/drawing/2014/main" id="{A1DB2309-5AFC-42B7-BB46-A853149E6199}"/>
                </a:ext>
              </a:extLst>
            </p:cNvPr>
            <p:cNvSpPr>
              <a:spLocks noChangeShapeType="1"/>
            </p:cNvSpPr>
            <p:nvPr/>
          </p:nvSpPr>
          <p:spPr bwMode="auto">
            <a:xfrm>
              <a:off x="1919" y="120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79" name="Line 339">
              <a:extLst>
                <a:ext uri="{FF2B5EF4-FFF2-40B4-BE49-F238E27FC236}">
                  <a16:creationId xmlns:a16="http://schemas.microsoft.com/office/drawing/2014/main" id="{D2F72694-EF52-471A-834B-7A82BFFDB2BD}"/>
                </a:ext>
              </a:extLst>
            </p:cNvPr>
            <p:cNvSpPr>
              <a:spLocks noChangeShapeType="1"/>
            </p:cNvSpPr>
            <p:nvPr/>
          </p:nvSpPr>
          <p:spPr bwMode="auto">
            <a:xfrm>
              <a:off x="1946" y="1202"/>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80" name="Freeform 340">
              <a:extLst>
                <a:ext uri="{FF2B5EF4-FFF2-40B4-BE49-F238E27FC236}">
                  <a16:creationId xmlns:a16="http://schemas.microsoft.com/office/drawing/2014/main" id="{AC37F5EF-FB95-422F-BD30-9BF3DB87D5AB}"/>
                </a:ext>
              </a:extLst>
            </p:cNvPr>
            <p:cNvSpPr>
              <a:spLocks/>
            </p:cNvSpPr>
            <p:nvPr/>
          </p:nvSpPr>
          <p:spPr bwMode="auto">
            <a:xfrm>
              <a:off x="1988" y="1202"/>
              <a:ext cx="41" cy="1"/>
            </a:xfrm>
            <a:custGeom>
              <a:avLst/>
              <a:gdLst>
                <a:gd name="T0" fmla="*/ 0 w 41"/>
                <a:gd name="T1" fmla="*/ 0 h 1"/>
                <a:gd name="T2" fmla="*/ 27 w 41"/>
                <a:gd name="T3" fmla="*/ 0 h 1"/>
                <a:gd name="T4" fmla="*/ 41 w 41"/>
                <a:gd name="T5" fmla="*/ 0 h 1"/>
                <a:gd name="T6" fmla="*/ 0 60000 65536"/>
                <a:gd name="T7" fmla="*/ 0 60000 65536"/>
                <a:gd name="T8" fmla="*/ 0 60000 65536"/>
                <a:gd name="T9" fmla="*/ 0 w 41"/>
                <a:gd name="T10" fmla="*/ 0 h 1"/>
                <a:gd name="T11" fmla="*/ 41 w 41"/>
                <a:gd name="T12" fmla="*/ 1 h 1"/>
              </a:gdLst>
              <a:ahLst/>
              <a:cxnLst>
                <a:cxn ang="T6">
                  <a:pos x="T0" y="T1"/>
                </a:cxn>
                <a:cxn ang="T7">
                  <a:pos x="T2" y="T3"/>
                </a:cxn>
                <a:cxn ang="T8">
                  <a:pos x="T4" y="T5"/>
                </a:cxn>
              </a:cxnLst>
              <a:rect l="T9" t="T10" r="T11" b="T12"/>
              <a:pathLst>
                <a:path w="41" h="1">
                  <a:moveTo>
                    <a:pt x="0" y="0"/>
                  </a:moveTo>
                  <a:lnTo>
                    <a:pt x="27" y="0"/>
                  </a:lnTo>
                  <a:lnTo>
                    <a:pt x="41"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81" name="Rectangle 341">
              <a:extLst>
                <a:ext uri="{FF2B5EF4-FFF2-40B4-BE49-F238E27FC236}">
                  <a16:creationId xmlns:a16="http://schemas.microsoft.com/office/drawing/2014/main" id="{746A9870-2FF3-4868-8CE1-42446CD54479}"/>
                </a:ext>
              </a:extLst>
            </p:cNvPr>
            <p:cNvSpPr>
              <a:spLocks noChangeArrowheads="1"/>
            </p:cNvSpPr>
            <p:nvPr/>
          </p:nvSpPr>
          <p:spPr bwMode="auto">
            <a:xfrm>
              <a:off x="1960" y="1092"/>
              <a:ext cx="2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82" name="Rectangle 342">
              <a:extLst>
                <a:ext uri="{FF2B5EF4-FFF2-40B4-BE49-F238E27FC236}">
                  <a16:creationId xmlns:a16="http://schemas.microsoft.com/office/drawing/2014/main" id="{A0063C9A-A018-4AA1-BAB7-B31FCBAF049E}"/>
                </a:ext>
              </a:extLst>
            </p:cNvPr>
            <p:cNvSpPr>
              <a:spLocks noChangeArrowheads="1"/>
            </p:cNvSpPr>
            <p:nvPr/>
          </p:nvSpPr>
          <p:spPr bwMode="auto">
            <a:xfrm>
              <a:off x="1960" y="1092"/>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83" name="Freeform 343">
              <a:extLst>
                <a:ext uri="{FF2B5EF4-FFF2-40B4-BE49-F238E27FC236}">
                  <a16:creationId xmlns:a16="http://schemas.microsoft.com/office/drawing/2014/main" id="{C49DFD87-7D4C-4525-8681-B9668EED4BB1}"/>
                </a:ext>
              </a:extLst>
            </p:cNvPr>
            <p:cNvSpPr>
              <a:spLocks/>
            </p:cNvSpPr>
            <p:nvPr/>
          </p:nvSpPr>
          <p:spPr bwMode="auto">
            <a:xfrm>
              <a:off x="1629" y="2168"/>
              <a:ext cx="41" cy="55"/>
            </a:xfrm>
            <a:custGeom>
              <a:avLst/>
              <a:gdLst>
                <a:gd name="T0" fmla="*/ 0 w 41"/>
                <a:gd name="T1" fmla="*/ 0 h 55"/>
                <a:gd name="T2" fmla="*/ 41 w 41"/>
                <a:gd name="T3" fmla="*/ 14 h 55"/>
                <a:gd name="T4" fmla="*/ 41 w 41"/>
                <a:gd name="T5" fmla="*/ 55 h 55"/>
                <a:gd name="T6" fmla="*/ 0 60000 65536"/>
                <a:gd name="T7" fmla="*/ 0 60000 65536"/>
                <a:gd name="T8" fmla="*/ 0 60000 65536"/>
                <a:gd name="T9" fmla="*/ 0 w 41"/>
                <a:gd name="T10" fmla="*/ 0 h 55"/>
                <a:gd name="T11" fmla="*/ 41 w 41"/>
                <a:gd name="T12" fmla="*/ 55 h 55"/>
              </a:gdLst>
              <a:ahLst/>
              <a:cxnLst>
                <a:cxn ang="T6">
                  <a:pos x="T0" y="T1"/>
                </a:cxn>
                <a:cxn ang="T7">
                  <a:pos x="T2" y="T3"/>
                </a:cxn>
                <a:cxn ang="T8">
                  <a:pos x="T4" y="T5"/>
                </a:cxn>
              </a:cxnLst>
              <a:rect l="T9" t="T10" r="T11" b="T12"/>
              <a:pathLst>
                <a:path w="41" h="55">
                  <a:moveTo>
                    <a:pt x="0" y="0"/>
                  </a:moveTo>
                  <a:lnTo>
                    <a:pt x="41" y="14"/>
                  </a:lnTo>
                  <a:lnTo>
                    <a:pt x="41" y="55"/>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84" name="AutoShape 344">
              <a:extLst>
                <a:ext uri="{FF2B5EF4-FFF2-40B4-BE49-F238E27FC236}">
                  <a16:creationId xmlns:a16="http://schemas.microsoft.com/office/drawing/2014/main" id="{758309ED-B665-48B5-BF90-6DBA8B091778}"/>
                </a:ext>
              </a:extLst>
            </p:cNvPr>
            <p:cNvSpPr>
              <a:spLocks noChangeArrowheads="1"/>
            </p:cNvSpPr>
            <p:nvPr/>
          </p:nvSpPr>
          <p:spPr bwMode="auto">
            <a:xfrm>
              <a:off x="1518" y="2071"/>
              <a:ext cx="125" cy="83"/>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85" name="AutoShape 345">
              <a:extLst>
                <a:ext uri="{FF2B5EF4-FFF2-40B4-BE49-F238E27FC236}">
                  <a16:creationId xmlns:a16="http://schemas.microsoft.com/office/drawing/2014/main" id="{46C2AD24-C91B-4986-AD25-BB05ABDBC6B3}"/>
                </a:ext>
              </a:extLst>
            </p:cNvPr>
            <p:cNvSpPr>
              <a:spLocks noChangeArrowheads="1"/>
            </p:cNvSpPr>
            <p:nvPr/>
          </p:nvSpPr>
          <p:spPr bwMode="auto">
            <a:xfrm>
              <a:off x="1505" y="2058"/>
              <a:ext cx="151" cy="110"/>
            </a:xfrm>
            <a:prstGeom prst="roundRect">
              <a:avLst>
                <a:gd name="adj" fmla="val 40454"/>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86" name="Rectangle 346">
              <a:extLst>
                <a:ext uri="{FF2B5EF4-FFF2-40B4-BE49-F238E27FC236}">
                  <a16:creationId xmlns:a16="http://schemas.microsoft.com/office/drawing/2014/main" id="{F699EF7B-DBED-493D-9F13-4595FD0F029F}"/>
                </a:ext>
              </a:extLst>
            </p:cNvPr>
            <p:cNvSpPr>
              <a:spLocks noChangeArrowheads="1"/>
            </p:cNvSpPr>
            <p:nvPr/>
          </p:nvSpPr>
          <p:spPr bwMode="auto">
            <a:xfrm>
              <a:off x="1546" y="2099"/>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87" name="Rectangle 347">
              <a:extLst>
                <a:ext uri="{FF2B5EF4-FFF2-40B4-BE49-F238E27FC236}">
                  <a16:creationId xmlns:a16="http://schemas.microsoft.com/office/drawing/2014/main" id="{84786C97-D250-4F50-9EB7-9133E8FB48BF}"/>
                </a:ext>
              </a:extLst>
            </p:cNvPr>
            <p:cNvSpPr>
              <a:spLocks noChangeArrowheads="1"/>
            </p:cNvSpPr>
            <p:nvPr/>
          </p:nvSpPr>
          <p:spPr bwMode="auto">
            <a:xfrm>
              <a:off x="1546" y="2099"/>
              <a:ext cx="97"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88" name="Freeform 348">
              <a:extLst>
                <a:ext uri="{FF2B5EF4-FFF2-40B4-BE49-F238E27FC236}">
                  <a16:creationId xmlns:a16="http://schemas.microsoft.com/office/drawing/2014/main" id="{17684E0B-A712-4794-B493-5CC2DA3F8E50}"/>
                </a:ext>
              </a:extLst>
            </p:cNvPr>
            <p:cNvSpPr>
              <a:spLocks/>
            </p:cNvSpPr>
            <p:nvPr/>
          </p:nvSpPr>
          <p:spPr bwMode="auto">
            <a:xfrm>
              <a:off x="1656" y="2223"/>
              <a:ext cx="28" cy="28"/>
            </a:xfrm>
            <a:custGeom>
              <a:avLst/>
              <a:gdLst>
                <a:gd name="T0" fmla="*/ 14 w 28"/>
                <a:gd name="T1" fmla="*/ 0 h 28"/>
                <a:gd name="T2" fmla="*/ 14 w 28"/>
                <a:gd name="T3" fmla="*/ 0 h 28"/>
                <a:gd name="T4" fmla="*/ 28 w 28"/>
                <a:gd name="T5" fmla="*/ 0 h 28"/>
                <a:gd name="T6" fmla="*/ 28 w 28"/>
                <a:gd name="T7" fmla="*/ 14 h 28"/>
                <a:gd name="T8" fmla="*/ 14 w 28"/>
                <a:gd name="T9" fmla="*/ 28 h 28"/>
                <a:gd name="T10" fmla="*/ 14 w 28"/>
                <a:gd name="T11" fmla="*/ 28 h 28"/>
                <a:gd name="T12" fmla="*/ 0 w 28"/>
                <a:gd name="T13" fmla="*/ 14 h 28"/>
                <a:gd name="T14" fmla="*/ 0 w 28"/>
                <a:gd name="T15" fmla="*/ 0 h 28"/>
                <a:gd name="T16" fmla="*/ 0 w 28"/>
                <a:gd name="T17" fmla="*/ 0 h 28"/>
                <a:gd name="T18" fmla="*/ 14 w 28"/>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8"/>
                <a:gd name="T32" fmla="*/ 28 w 28"/>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8">
                  <a:moveTo>
                    <a:pt x="14" y="0"/>
                  </a:moveTo>
                  <a:lnTo>
                    <a:pt x="14" y="0"/>
                  </a:lnTo>
                  <a:lnTo>
                    <a:pt x="28" y="0"/>
                  </a:lnTo>
                  <a:lnTo>
                    <a:pt x="28" y="14"/>
                  </a:lnTo>
                  <a:lnTo>
                    <a:pt x="14" y="28"/>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2215"/>
            </a:p>
          </p:txBody>
        </p:sp>
        <p:pic>
          <p:nvPicPr>
            <p:cNvPr id="35989" name="Picture 349">
              <a:extLst>
                <a:ext uri="{FF2B5EF4-FFF2-40B4-BE49-F238E27FC236}">
                  <a16:creationId xmlns:a16="http://schemas.microsoft.com/office/drawing/2014/main" id="{05850076-58DB-4119-BC69-F2EF0ED94A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6" y="2099"/>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990" name="Line 350">
              <a:extLst>
                <a:ext uri="{FF2B5EF4-FFF2-40B4-BE49-F238E27FC236}">
                  <a16:creationId xmlns:a16="http://schemas.microsoft.com/office/drawing/2014/main" id="{421FE4F0-F106-4F4D-9B11-C73CB0857365}"/>
                </a:ext>
              </a:extLst>
            </p:cNvPr>
            <p:cNvSpPr>
              <a:spLocks noChangeShapeType="1"/>
            </p:cNvSpPr>
            <p:nvPr/>
          </p:nvSpPr>
          <p:spPr bwMode="auto">
            <a:xfrm>
              <a:off x="1656"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91" name="Line 351">
              <a:extLst>
                <a:ext uri="{FF2B5EF4-FFF2-40B4-BE49-F238E27FC236}">
                  <a16:creationId xmlns:a16="http://schemas.microsoft.com/office/drawing/2014/main" id="{2ABF86C4-3877-4C30-9267-F84148C02607}"/>
                </a:ext>
              </a:extLst>
            </p:cNvPr>
            <p:cNvSpPr>
              <a:spLocks noChangeShapeType="1"/>
            </p:cNvSpPr>
            <p:nvPr/>
          </p:nvSpPr>
          <p:spPr bwMode="auto">
            <a:xfrm>
              <a:off x="1670"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92" name="Line 352">
              <a:extLst>
                <a:ext uri="{FF2B5EF4-FFF2-40B4-BE49-F238E27FC236}">
                  <a16:creationId xmlns:a16="http://schemas.microsoft.com/office/drawing/2014/main" id="{78B3F579-DB34-4462-8B73-FCFFBC4C9286}"/>
                </a:ext>
              </a:extLst>
            </p:cNvPr>
            <p:cNvSpPr>
              <a:spLocks noChangeShapeType="1"/>
            </p:cNvSpPr>
            <p:nvPr/>
          </p:nvSpPr>
          <p:spPr bwMode="auto">
            <a:xfrm>
              <a:off x="1670"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93" name="Rectangle 353">
              <a:extLst>
                <a:ext uri="{FF2B5EF4-FFF2-40B4-BE49-F238E27FC236}">
                  <a16:creationId xmlns:a16="http://schemas.microsoft.com/office/drawing/2014/main" id="{4E28D34F-BB30-4A30-9F0A-A23525136994}"/>
                </a:ext>
              </a:extLst>
            </p:cNvPr>
            <p:cNvSpPr>
              <a:spLocks noChangeArrowheads="1"/>
            </p:cNvSpPr>
            <p:nvPr/>
          </p:nvSpPr>
          <p:spPr bwMode="auto">
            <a:xfrm>
              <a:off x="1532" y="2154"/>
              <a:ext cx="97" cy="14"/>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5994" name="Freeform 354">
              <a:extLst>
                <a:ext uri="{FF2B5EF4-FFF2-40B4-BE49-F238E27FC236}">
                  <a16:creationId xmlns:a16="http://schemas.microsoft.com/office/drawing/2014/main" id="{4E1906F1-1977-4E77-9923-D1CD112CC69F}"/>
                </a:ext>
              </a:extLst>
            </p:cNvPr>
            <p:cNvSpPr>
              <a:spLocks/>
            </p:cNvSpPr>
            <p:nvPr/>
          </p:nvSpPr>
          <p:spPr bwMode="auto">
            <a:xfrm>
              <a:off x="1518" y="2182"/>
              <a:ext cx="125" cy="14"/>
            </a:xfrm>
            <a:custGeom>
              <a:avLst/>
              <a:gdLst>
                <a:gd name="T0" fmla="*/ 14 w 125"/>
                <a:gd name="T1" fmla="*/ 0 h 14"/>
                <a:gd name="T2" fmla="*/ 0 w 125"/>
                <a:gd name="T3" fmla="*/ 14 h 14"/>
                <a:gd name="T4" fmla="*/ 125 w 125"/>
                <a:gd name="T5" fmla="*/ 14 h 14"/>
                <a:gd name="T6" fmla="*/ 125 w 125"/>
                <a:gd name="T7" fmla="*/ 0 h 14"/>
                <a:gd name="T8" fmla="*/ 14 w 125"/>
                <a:gd name="T9" fmla="*/ 0 h 14"/>
                <a:gd name="T10" fmla="*/ 0 60000 65536"/>
                <a:gd name="T11" fmla="*/ 0 60000 65536"/>
                <a:gd name="T12" fmla="*/ 0 60000 65536"/>
                <a:gd name="T13" fmla="*/ 0 60000 65536"/>
                <a:gd name="T14" fmla="*/ 0 60000 65536"/>
                <a:gd name="T15" fmla="*/ 0 w 125"/>
                <a:gd name="T16" fmla="*/ 0 h 14"/>
                <a:gd name="T17" fmla="*/ 125 w 125"/>
                <a:gd name="T18" fmla="*/ 14 h 14"/>
              </a:gdLst>
              <a:ahLst/>
              <a:cxnLst>
                <a:cxn ang="T10">
                  <a:pos x="T0" y="T1"/>
                </a:cxn>
                <a:cxn ang="T11">
                  <a:pos x="T2" y="T3"/>
                </a:cxn>
                <a:cxn ang="T12">
                  <a:pos x="T4" y="T5"/>
                </a:cxn>
                <a:cxn ang="T13">
                  <a:pos x="T6" y="T7"/>
                </a:cxn>
                <a:cxn ang="T14">
                  <a:pos x="T8" y="T9"/>
                </a:cxn>
              </a:cxnLst>
              <a:rect l="T15" t="T16" r="T17" b="T18"/>
              <a:pathLst>
                <a:path w="125" h="14">
                  <a:moveTo>
                    <a:pt x="14" y="0"/>
                  </a:moveTo>
                  <a:lnTo>
                    <a:pt x="0" y="14"/>
                  </a:lnTo>
                  <a:lnTo>
                    <a:pt x="125" y="14"/>
                  </a:lnTo>
                  <a:lnTo>
                    <a:pt x="125"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5995" name="Line 355">
              <a:extLst>
                <a:ext uri="{FF2B5EF4-FFF2-40B4-BE49-F238E27FC236}">
                  <a16:creationId xmlns:a16="http://schemas.microsoft.com/office/drawing/2014/main" id="{6E4FF377-48DD-4B80-A56E-4FD8F0265D46}"/>
                </a:ext>
              </a:extLst>
            </p:cNvPr>
            <p:cNvSpPr>
              <a:spLocks noChangeShapeType="1"/>
            </p:cNvSpPr>
            <p:nvPr/>
          </p:nvSpPr>
          <p:spPr bwMode="auto">
            <a:xfrm>
              <a:off x="1532" y="2196"/>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96" name="Line 356">
              <a:extLst>
                <a:ext uri="{FF2B5EF4-FFF2-40B4-BE49-F238E27FC236}">
                  <a16:creationId xmlns:a16="http://schemas.microsoft.com/office/drawing/2014/main" id="{D30C779D-0CE0-4FA8-8C25-CE8F77EC6420}"/>
                </a:ext>
              </a:extLst>
            </p:cNvPr>
            <p:cNvSpPr>
              <a:spLocks noChangeShapeType="1"/>
            </p:cNvSpPr>
            <p:nvPr/>
          </p:nvSpPr>
          <p:spPr bwMode="auto">
            <a:xfrm>
              <a:off x="1546" y="2182"/>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97" name="Line 357">
              <a:extLst>
                <a:ext uri="{FF2B5EF4-FFF2-40B4-BE49-F238E27FC236}">
                  <a16:creationId xmlns:a16="http://schemas.microsoft.com/office/drawing/2014/main" id="{C8252DCB-A7D0-4170-8033-95E02FBFDD20}"/>
                </a:ext>
              </a:extLst>
            </p:cNvPr>
            <p:cNvSpPr>
              <a:spLocks noChangeShapeType="1"/>
            </p:cNvSpPr>
            <p:nvPr/>
          </p:nvSpPr>
          <p:spPr bwMode="auto">
            <a:xfrm>
              <a:off x="1532" y="218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98" name="Line 358">
              <a:extLst>
                <a:ext uri="{FF2B5EF4-FFF2-40B4-BE49-F238E27FC236}">
                  <a16:creationId xmlns:a16="http://schemas.microsoft.com/office/drawing/2014/main" id="{2529EC47-7D30-4D66-A2D6-FAB87230F9D6}"/>
                </a:ext>
              </a:extLst>
            </p:cNvPr>
            <p:cNvSpPr>
              <a:spLocks noChangeShapeType="1"/>
            </p:cNvSpPr>
            <p:nvPr/>
          </p:nvSpPr>
          <p:spPr bwMode="auto">
            <a:xfrm>
              <a:off x="1560" y="219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5999" name="Line 359">
              <a:extLst>
                <a:ext uri="{FF2B5EF4-FFF2-40B4-BE49-F238E27FC236}">
                  <a16:creationId xmlns:a16="http://schemas.microsoft.com/office/drawing/2014/main" id="{655F0205-9026-4480-A79A-C831BDB5FEFD}"/>
                </a:ext>
              </a:extLst>
            </p:cNvPr>
            <p:cNvSpPr>
              <a:spLocks noChangeShapeType="1"/>
            </p:cNvSpPr>
            <p:nvPr/>
          </p:nvSpPr>
          <p:spPr bwMode="auto">
            <a:xfrm>
              <a:off x="1601" y="2182"/>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00" name="Line 360">
              <a:extLst>
                <a:ext uri="{FF2B5EF4-FFF2-40B4-BE49-F238E27FC236}">
                  <a16:creationId xmlns:a16="http://schemas.microsoft.com/office/drawing/2014/main" id="{94A208E5-664E-4EEC-A212-0CEA05BF0501}"/>
                </a:ext>
              </a:extLst>
            </p:cNvPr>
            <p:cNvSpPr>
              <a:spLocks noChangeShapeType="1"/>
            </p:cNvSpPr>
            <p:nvPr/>
          </p:nvSpPr>
          <p:spPr bwMode="auto">
            <a:xfrm>
              <a:off x="1629" y="2196"/>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01" name="Rectangle 361">
              <a:extLst>
                <a:ext uri="{FF2B5EF4-FFF2-40B4-BE49-F238E27FC236}">
                  <a16:creationId xmlns:a16="http://schemas.microsoft.com/office/drawing/2014/main" id="{199D8261-4C6F-47FA-AED3-5B0B51E3BE71}"/>
                </a:ext>
              </a:extLst>
            </p:cNvPr>
            <p:cNvSpPr>
              <a:spLocks noChangeArrowheads="1"/>
            </p:cNvSpPr>
            <p:nvPr/>
          </p:nvSpPr>
          <p:spPr bwMode="auto">
            <a:xfrm>
              <a:off x="1574" y="2085"/>
              <a:ext cx="27"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02" name="Rectangle 362">
              <a:extLst>
                <a:ext uri="{FF2B5EF4-FFF2-40B4-BE49-F238E27FC236}">
                  <a16:creationId xmlns:a16="http://schemas.microsoft.com/office/drawing/2014/main" id="{F0AD67CF-EB14-458A-830D-42280C49E451}"/>
                </a:ext>
              </a:extLst>
            </p:cNvPr>
            <p:cNvSpPr>
              <a:spLocks noChangeArrowheads="1"/>
            </p:cNvSpPr>
            <p:nvPr/>
          </p:nvSpPr>
          <p:spPr bwMode="auto">
            <a:xfrm>
              <a:off x="1574" y="2085"/>
              <a:ext cx="41" cy="42"/>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03" name="Freeform 363">
              <a:extLst>
                <a:ext uri="{FF2B5EF4-FFF2-40B4-BE49-F238E27FC236}">
                  <a16:creationId xmlns:a16="http://schemas.microsoft.com/office/drawing/2014/main" id="{C995D368-CB36-4D94-B2FE-E15DE1BF3CB2}"/>
                </a:ext>
              </a:extLst>
            </p:cNvPr>
            <p:cNvSpPr>
              <a:spLocks/>
            </p:cNvSpPr>
            <p:nvPr/>
          </p:nvSpPr>
          <p:spPr bwMode="auto">
            <a:xfrm>
              <a:off x="1808" y="2168"/>
              <a:ext cx="42" cy="55"/>
            </a:xfrm>
            <a:custGeom>
              <a:avLst/>
              <a:gdLst>
                <a:gd name="T0" fmla="*/ 0 w 42"/>
                <a:gd name="T1" fmla="*/ 0 h 55"/>
                <a:gd name="T2" fmla="*/ 42 w 42"/>
                <a:gd name="T3" fmla="*/ 14 h 55"/>
                <a:gd name="T4" fmla="*/ 42 w 42"/>
                <a:gd name="T5" fmla="*/ 55 h 55"/>
                <a:gd name="T6" fmla="*/ 0 60000 65536"/>
                <a:gd name="T7" fmla="*/ 0 60000 65536"/>
                <a:gd name="T8" fmla="*/ 0 60000 65536"/>
                <a:gd name="T9" fmla="*/ 0 w 42"/>
                <a:gd name="T10" fmla="*/ 0 h 55"/>
                <a:gd name="T11" fmla="*/ 42 w 42"/>
                <a:gd name="T12" fmla="*/ 55 h 55"/>
              </a:gdLst>
              <a:ahLst/>
              <a:cxnLst>
                <a:cxn ang="T6">
                  <a:pos x="T0" y="T1"/>
                </a:cxn>
                <a:cxn ang="T7">
                  <a:pos x="T2" y="T3"/>
                </a:cxn>
                <a:cxn ang="T8">
                  <a:pos x="T4" y="T5"/>
                </a:cxn>
              </a:cxnLst>
              <a:rect l="T9" t="T10" r="T11" b="T12"/>
              <a:pathLst>
                <a:path w="42" h="55">
                  <a:moveTo>
                    <a:pt x="0" y="0"/>
                  </a:moveTo>
                  <a:lnTo>
                    <a:pt x="42" y="14"/>
                  </a:lnTo>
                  <a:lnTo>
                    <a:pt x="42" y="55"/>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04" name="AutoShape 364">
              <a:extLst>
                <a:ext uri="{FF2B5EF4-FFF2-40B4-BE49-F238E27FC236}">
                  <a16:creationId xmlns:a16="http://schemas.microsoft.com/office/drawing/2014/main" id="{CB08BA49-73D1-42CB-A21C-926F1F952E7F}"/>
                </a:ext>
              </a:extLst>
            </p:cNvPr>
            <p:cNvSpPr>
              <a:spLocks noChangeArrowheads="1"/>
            </p:cNvSpPr>
            <p:nvPr/>
          </p:nvSpPr>
          <p:spPr bwMode="auto">
            <a:xfrm>
              <a:off x="1698" y="2071"/>
              <a:ext cx="124" cy="83"/>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05" name="AutoShape 365">
              <a:extLst>
                <a:ext uri="{FF2B5EF4-FFF2-40B4-BE49-F238E27FC236}">
                  <a16:creationId xmlns:a16="http://schemas.microsoft.com/office/drawing/2014/main" id="{7E3B6C5B-D3BF-4406-8882-B85A343B189B}"/>
                </a:ext>
              </a:extLst>
            </p:cNvPr>
            <p:cNvSpPr>
              <a:spLocks noChangeArrowheads="1"/>
            </p:cNvSpPr>
            <p:nvPr/>
          </p:nvSpPr>
          <p:spPr bwMode="auto">
            <a:xfrm>
              <a:off x="1684" y="2058"/>
              <a:ext cx="152" cy="110"/>
            </a:xfrm>
            <a:prstGeom prst="roundRect">
              <a:avLst>
                <a:gd name="adj" fmla="val 40454"/>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06" name="Rectangle 366">
              <a:extLst>
                <a:ext uri="{FF2B5EF4-FFF2-40B4-BE49-F238E27FC236}">
                  <a16:creationId xmlns:a16="http://schemas.microsoft.com/office/drawing/2014/main" id="{72F527F2-3408-425B-9C04-BF048B68BD0E}"/>
                </a:ext>
              </a:extLst>
            </p:cNvPr>
            <p:cNvSpPr>
              <a:spLocks noChangeArrowheads="1"/>
            </p:cNvSpPr>
            <p:nvPr/>
          </p:nvSpPr>
          <p:spPr bwMode="auto">
            <a:xfrm>
              <a:off x="1725" y="2099"/>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07" name="Rectangle 367">
              <a:extLst>
                <a:ext uri="{FF2B5EF4-FFF2-40B4-BE49-F238E27FC236}">
                  <a16:creationId xmlns:a16="http://schemas.microsoft.com/office/drawing/2014/main" id="{532EB08C-8F4A-4D32-B184-292CAAEAB1A8}"/>
                </a:ext>
              </a:extLst>
            </p:cNvPr>
            <p:cNvSpPr>
              <a:spLocks noChangeArrowheads="1"/>
            </p:cNvSpPr>
            <p:nvPr/>
          </p:nvSpPr>
          <p:spPr bwMode="auto">
            <a:xfrm>
              <a:off x="1725" y="2099"/>
              <a:ext cx="97"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08" name="Freeform 368">
              <a:extLst>
                <a:ext uri="{FF2B5EF4-FFF2-40B4-BE49-F238E27FC236}">
                  <a16:creationId xmlns:a16="http://schemas.microsoft.com/office/drawing/2014/main" id="{C8724AE2-7513-4329-9626-59B830BF8074}"/>
                </a:ext>
              </a:extLst>
            </p:cNvPr>
            <p:cNvSpPr>
              <a:spLocks/>
            </p:cNvSpPr>
            <p:nvPr/>
          </p:nvSpPr>
          <p:spPr bwMode="auto">
            <a:xfrm>
              <a:off x="1836" y="2223"/>
              <a:ext cx="27" cy="28"/>
            </a:xfrm>
            <a:custGeom>
              <a:avLst/>
              <a:gdLst>
                <a:gd name="T0" fmla="*/ 14 w 27"/>
                <a:gd name="T1" fmla="*/ 0 h 28"/>
                <a:gd name="T2" fmla="*/ 14 w 27"/>
                <a:gd name="T3" fmla="*/ 0 h 28"/>
                <a:gd name="T4" fmla="*/ 27 w 27"/>
                <a:gd name="T5" fmla="*/ 0 h 28"/>
                <a:gd name="T6" fmla="*/ 27 w 27"/>
                <a:gd name="T7" fmla="*/ 14 h 28"/>
                <a:gd name="T8" fmla="*/ 14 w 27"/>
                <a:gd name="T9" fmla="*/ 28 h 28"/>
                <a:gd name="T10" fmla="*/ 14 w 27"/>
                <a:gd name="T11" fmla="*/ 28 h 28"/>
                <a:gd name="T12" fmla="*/ 0 w 27"/>
                <a:gd name="T13" fmla="*/ 14 h 28"/>
                <a:gd name="T14" fmla="*/ 0 w 27"/>
                <a:gd name="T15" fmla="*/ 0 h 28"/>
                <a:gd name="T16" fmla="*/ 0 w 27"/>
                <a:gd name="T17" fmla="*/ 0 h 28"/>
                <a:gd name="T18" fmla="*/ 14 w 27"/>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28"/>
                <a:gd name="T32" fmla="*/ 27 w 27"/>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28">
                  <a:moveTo>
                    <a:pt x="14" y="0"/>
                  </a:moveTo>
                  <a:lnTo>
                    <a:pt x="14" y="0"/>
                  </a:lnTo>
                  <a:lnTo>
                    <a:pt x="27" y="0"/>
                  </a:lnTo>
                  <a:lnTo>
                    <a:pt x="27" y="14"/>
                  </a:lnTo>
                  <a:lnTo>
                    <a:pt x="14" y="28"/>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2215"/>
            </a:p>
          </p:txBody>
        </p:sp>
        <p:pic>
          <p:nvPicPr>
            <p:cNvPr id="36009" name="Picture 369">
              <a:extLst>
                <a:ext uri="{FF2B5EF4-FFF2-40B4-BE49-F238E27FC236}">
                  <a16:creationId xmlns:a16="http://schemas.microsoft.com/office/drawing/2014/main" id="{CC6193AC-8689-41C5-A946-BD1F4A9EB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5" y="2099"/>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010" name="Line 370">
              <a:extLst>
                <a:ext uri="{FF2B5EF4-FFF2-40B4-BE49-F238E27FC236}">
                  <a16:creationId xmlns:a16="http://schemas.microsoft.com/office/drawing/2014/main" id="{9ABAC305-CD4C-490E-8A6A-B0F575CF3ED3}"/>
                </a:ext>
              </a:extLst>
            </p:cNvPr>
            <p:cNvSpPr>
              <a:spLocks noChangeShapeType="1"/>
            </p:cNvSpPr>
            <p:nvPr/>
          </p:nvSpPr>
          <p:spPr bwMode="auto">
            <a:xfrm>
              <a:off x="1836"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11" name="Line 371">
              <a:extLst>
                <a:ext uri="{FF2B5EF4-FFF2-40B4-BE49-F238E27FC236}">
                  <a16:creationId xmlns:a16="http://schemas.microsoft.com/office/drawing/2014/main" id="{894CC203-8004-4532-B770-FAF2DABABE3F}"/>
                </a:ext>
              </a:extLst>
            </p:cNvPr>
            <p:cNvSpPr>
              <a:spLocks noChangeShapeType="1"/>
            </p:cNvSpPr>
            <p:nvPr/>
          </p:nvSpPr>
          <p:spPr bwMode="auto">
            <a:xfrm>
              <a:off x="1850"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12" name="Line 372">
              <a:extLst>
                <a:ext uri="{FF2B5EF4-FFF2-40B4-BE49-F238E27FC236}">
                  <a16:creationId xmlns:a16="http://schemas.microsoft.com/office/drawing/2014/main" id="{AF50D51E-E0FE-4707-B0F0-759D8B0EDFC9}"/>
                </a:ext>
              </a:extLst>
            </p:cNvPr>
            <p:cNvSpPr>
              <a:spLocks noChangeShapeType="1"/>
            </p:cNvSpPr>
            <p:nvPr/>
          </p:nvSpPr>
          <p:spPr bwMode="auto">
            <a:xfrm>
              <a:off x="1850"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13" name="Rectangle 373">
              <a:extLst>
                <a:ext uri="{FF2B5EF4-FFF2-40B4-BE49-F238E27FC236}">
                  <a16:creationId xmlns:a16="http://schemas.microsoft.com/office/drawing/2014/main" id="{381157D1-7F93-4C95-A905-25C261967862}"/>
                </a:ext>
              </a:extLst>
            </p:cNvPr>
            <p:cNvSpPr>
              <a:spLocks noChangeArrowheads="1"/>
            </p:cNvSpPr>
            <p:nvPr/>
          </p:nvSpPr>
          <p:spPr bwMode="auto">
            <a:xfrm>
              <a:off x="1712" y="2154"/>
              <a:ext cx="96" cy="14"/>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14" name="Freeform 374">
              <a:extLst>
                <a:ext uri="{FF2B5EF4-FFF2-40B4-BE49-F238E27FC236}">
                  <a16:creationId xmlns:a16="http://schemas.microsoft.com/office/drawing/2014/main" id="{35EC17F3-C6A1-4424-BAA1-3400DDCD568A}"/>
                </a:ext>
              </a:extLst>
            </p:cNvPr>
            <p:cNvSpPr>
              <a:spLocks/>
            </p:cNvSpPr>
            <p:nvPr/>
          </p:nvSpPr>
          <p:spPr bwMode="auto">
            <a:xfrm>
              <a:off x="1698" y="2182"/>
              <a:ext cx="124" cy="14"/>
            </a:xfrm>
            <a:custGeom>
              <a:avLst/>
              <a:gdLst>
                <a:gd name="T0" fmla="*/ 14 w 124"/>
                <a:gd name="T1" fmla="*/ 0 h 14"/>
                <a:gd name="T2" fmla="*/ 0 w 124"/>
                <a:gd name="T3" fmla="*/ 14 h 14"/>
                <a:gd name="T4" fmla="*/ 124 w 124"/>
                <a:gd name="T5" fmla="*/ 14 h 14"/>
                <a:gd name="T6" fmla="*/ 124 w 124"/>
                <a:gd name="T7" fmla="*/ 0 h 14"/>
                <a:gd name="T8" fmla="*/ 14 w 124"/>
                <a:gd name="T9" fmla="*/ 0 h 14"/>
                <a:gd name="T10" fmla="*/ 0 60000 65536"/>
                <a:gd name="T11" fmla="*/ 0 60000 65536"/>
                <a:gd name="T12" fmla="*/ 0 60000 65536"/>
                <a:gd name="T13" fmla="*/ 0 60000 65536"/>
                <a:gd name="T14" fmla="*/ 0 60000 65536"/>
                <a:gd name="T15" fmla="*/ 0 w 124"/>
                <a:gd name="T16" fmla="*/ 0 h 14"/>
                <a:gd name="T17" fmla="*/ 124 w 124"/>
                <a:gd name="T18" fmla="*/ 14 h 14"/>
              </a:gdLst>
              <a:ahLst/>
              <a:cxnLst>
                <a:cxn ang="T10">
                  <a:pos x="T0" y="T1"/>
                </a:cxn>
                <a:cxn ang="T11">
                  <a:pos x="T2" y="T3"/>
                </a:cxn>
                <a:cxn ang="T12">
                  <a:pos x="T4" y="T5"/>
                </a:cxn>
                <a:cxn ang="T13">
                  <a:pos x="T6" y="T7"/>
                </a:cxn>
                <a:cxn ang="T14">
                  <a:pos x="T8" y="T9"/>
                </a:cxn>
              </a:cxnLst>
              <a:rect l="T15" t="T16" r="T17" b="T18"/>
              <a:pathLst>
                <a:path w="124" h="14">
                  <a:moveTo>
                    <a:pt x="14" y="0"/>
                  </a:moveTo>
                  <a:lnTo>
                    <a:pt x="0" y="14"/>
                  </a:lnTo>
                  <a:lnTo>
                    <a:pt x="124" y="14"/>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15" name="Line 375">
              <a:extLst>
                <a:ext uri="{FF2B5EF4-FFF2-40B4-BE49-F238E27FC236}">
                  <a16:creationId xmlns:a16="http://schemas.microsoft.com/office/drawing/2014/main" id="{6FDE934A-32E6-46B7-95FC-87363F667F68}"/>
                </a:ext>
              </a:extLst>
            </p:cNvPr>
            <p:cNvSpPr>
              <a:spLocks noChangeShapeType="1"/>
            </p:cNvSpPr>
            <p:nvPr/>
          </p:nvSpPr>
          <p:spPr bwMode="auto">
            <a:xfrm>
              <a:off x="1712" y="2196"/>
              <a:ext cx="1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16" name="Line 376">
              <a:extLst>
                <a:ext uri="{FF2B5EF4-FFF2-40B4-BE49-F238E27FC236}">
                  <a16:creationId xmlns:a16="http://schemas.microsoft.com/office/drawing/2014/main" id="{A21BE709-BA74-47FD-BEF8-4823D3829160}"/>
                </a:ext>
              </a:extLst>
            </p:cNvPr>
            <p:cNvSpPr>
              <a:spLocks noChangeShapeType="1"/>
            </p:cNvSpPr>
            <p:nvPr/>
          </p:nvSpPr>
          <p:spPr bwMode="auto">
            <a:xfrm>
              <a:off x="1725" y="2182"/>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17" name="Line 377">
              <a:extLst>
                <a:ext uri="{FF2B5EF4-FFF2-40B4-BE49-F238E27FC236}">
                  <a16:creationId xmlns:a16="http://schemas.microsoft.com/office/drawing/2014/main" id="{FD24BDB2-259F-4783-8034-97B087E5C729}"/>
                </a:ext>
              </a:extLst>
            </p:cNvPr>
            <p:cNvSpPr>
              <a:spLocks noChangeShapeType="1"/>
            </p:cNvSpPr>
            <p:nvPr/>
          </p:nvSpPr>
          <p:spPr bwMode="auto">
            <a:xfrm>
              <a:off x="1712" y="218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18" name="Line 378">
              <a:extLst>
                <a:ext uri="{FF2B5EF4-FFF2-40B4-BE49-F238E27FC236}">
                  <a16:creationId xmlns:a16="http://schemas.microsoft.com/office/drawing/2014/main" id="{366FFB8D-2DAC-4D3D-AEA5-9B7436AA39E1}"/>
                </a:ext>
              </a:extLst>
            </p:cNvPr>
            <p:cNvSpPr>
              <a:spLocks noChangeShapeType="1"/>
            </p:cNvSpPr>
            <p:nvPr/>
          </p:nvSpPr>
          <p:spPr bwMode="auto">
            <a:xfrm>
              <a:off x="1739" y="219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19" name="Line 379">
              <a:extLst>
                <a:ext uri="{FF2B5EF4-FFF2-40B4-BE49-F238E27FC236}">
                  <a16:creationId xmlns:a16="http://schemas.microsoft.com/office/drawing/2014/main" id="{0638B1D8-AC06-42DB-A8DC-EAE822840652}"/>
                </a:ext>
              </a:extLst>
            </p:cNvPr>
            <p:cNvSpPr>
              <a:spLocks noChangeShapeType="1"/>
            </p:cNvSpPr>
            <p:nvPr/>
          </p:nvSpPr>
          <p:spPr bwMode="auto">
            <a:xfrm>
              <a:off x="1781" y="2182"/>
              <a:ext cx="27"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20" name="Line 380">
              <a:extLst>
                <a:ext uri="{FF2B5EF4-FFF2-40B4-BE49-F238E27FC236}">
                  <a16:creationId xmlns:a16="http://schemas.microsoft.com/office/drawing/2014/main" id="{5CD1275E-CC0C-4CE3-84F8-EA8934FB62DF}"/>
                </a:ext>
              </a:extLst>
            </p:cNvPr>
            <p:cNvSpPr>
              <a:spLocks noChangeShapeType="1"/>
            </p:cNvSpPr>
            <p:nvPr/>
          </p:nvSpPr>
          <p:spPr bwMode="auto">
            <a:xfrm>
              <a:off x="1808" y="2196"/>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21" name="Rectangle 381">
              <a:extLst>
                <a:ext uri="{FF2B5EF4-FFF2-40B4-BE49-F238E27FC236}">
                  <a16:creationId xmlns:a16="http://schemas.microsoft.com/office/drawing/2014/main" id="{4651C632-3366-40E4-9AFC-B652246A3881}"/>
                </a:ext>
              </a:extLst>
            </p:cNvPr>
            <p:cNvSpPr>
              <a:spLocks noChangeArrowheads="1"/>
            </p:cNvSpPr>
            <p:nvPr/>
          </p:nvSpPr>
          <p:spPr bwMode="auto">
            <a:xfrm>
              <a:off x="1753" y="2085"/>
              <a:ext cx="28"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22" name="Rectangle 382">
              <a:extLst>
                <a:ext uri="{FF2B5EF4-FFF2-40B4-BE49-F238E27FC236}">
                  <a16:creationId xmlns:a16="http://schemas.microsoft.com/office/drawing/2014/main" id="{F30C70E9-11A7-4358-9C88-83EC67FA99A8}"/>
                </a:ext>
              </a:extLst>
            </p:cNvPr>
            <p:cNvSpPr>
              <a:spLocks noChangeArrowheads="1"/>
            </p:cNvSpPr>
            <p:nvPr/>
          </p:nvSpPr>
          <p:spPr bwMode="auto">
            <a:xfrm>
              <a:off x="1753" y="2085"/>
              <a:ext cx="41" cy="42"/>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23" name="Freeform 383">
              <a:extLst>
                <a:ext uri="{FF2B5EF4-FFF2-40B4-BE49-F238E27FC236}">
                  <a16:creationId xmlns:a16="http://schemas.microsoft.com/office/drawing/2014/main" id="{6B3C1A1A-66CE-4C5D-B301-850E79ECD9BC}"/>
                </a:ext>
              </a:extLst>
            </p:cNvPr>
            <p:cNvSpPr>
              <a:spLocks/>
            </p:cNvSpPr>
            <p:nvPr/>
          </p:nvSpPr>
          <p:spPr bwMode="auto">
            <a:xfrm>
              <a:off x="1988" y="2168"/>
              <a:ext cx="41" cy="55"/>
            </a:xfrm>
            <a:custGeom>
              <a:avLst/>
              <a:gdLst>
                <a:gd name="T0" fmla="*/ 0 w 41"/>
                <a:gd name="T1" fmla="*/ 0 h 55"/>
                <a:gd name="T2" fmla="*/ 41 w 41"/>
                <a:gd name="T3" fmla="*/ 14 h 55"/>
                <a:gd name="T4" fmla="*/ 41 w 41"/>
                <a:gd name="T5" fmla="*/ 55 h 55"/>
                <a:gd name="T6" fmla="*/ 0 60000 65536"/>
                <a:gd name="T7" fmla="*/ 0 60000 65536"/>
                <a:gd name="T8" fmla="*/ 0 60000 65536"/>
                <a:gd name="T9" fmla="*/ 0 w 41"/>
                <a:gd name="T10" fmla="*/ 0 h 55"/>
                <a:gd name="T11" fmla="*/ 41 w 41"/>
                <a:gd name="T12" fmla="*/ 55 h 55"/>
              </a:gdLst>
              <a:ahLst/>
              <a:cxnLst>
                <a:cxn ang="T6">
                  <a:pos x="T0" y="T1"/>
                </a:cxn>
                <a:cxn ang="T7">
                  <a:pos x="T2" y="T3"/>
                </a:cxn>
                <a:cxn ang="T8">
                  <a:pos x="T4" y="T5"/>
                </a:cxn>
              </a:cxnLst>
              <a:rect l="T9" t="T10" r="T11" b="T12"/>
              <a:pathLst>
                <a:path w="41" h="55">
                  <a:moveTo>
                    <a:pt x="0" y="0"/>
                  </a:moveTo>
                  <a:lnTo>
                    <a:pt x="41" y="14"/>
                  </a:lnTo>
                  <a:lnTo>
                    <a:pt x="41" y="55"/>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24" name="AutoShape 384">
              <a:extLst>
                <a:ext uri="{FF2B5EF4-FFF2-40B4-BE49-F238E27FC236}">
                  <a16:creationId xmlns:a16="http://schemas.microsoft.com/office/drawing/2014/main" id="{D4988D06-B0DF-4C05-81D5-469EC8A48A8F}"/>
                </a:ext>
              </a:extLst>
            </p:cNvPr>
            <p:cNvSpPr>
              <a:spLocks noChangeArrowheads="1"/>
            </p:cNvSpPr>
            <p:nvPr/>
          </p:nvSpPr>
          <p:spPr bwMode="auto">
            <a:xfrm>
              <a:off x="1877" y="2071"/>
              <a:ext cx="124" cy="83"/>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25" name="AutoShape 385">
              <a:extLst>
                <a:ext uri="{FF2B5EF4-FFF2-40B4-BE49-F238E27FC236}">
                  <a16:creationId xmlns:a16="http://schemas.microsoft.com/office/drawing/2014/main" id="{768BECDC-8A9E-43AC-A87A-1D382A13CE9F}"/>
                </a:ext>
              </a:extLst>
            </p:cNvPr>
            <p:cNvSpPr>
              <a:spLocks noChangeArrowheads="1"/>
            </p:cNvSpPr>
            <p:nvPr/>
          </p:nvSpPr>
          <p:spPr bwMode="auto">
            <a:xfrm>
              <a:off x="1863" y="2058"/>
              <a:ext cx="152" cy="110"/>
            </a:xfrm>
            <a:prstGeom prst="roundRect">
              <a:avLst>
                <a:gd name="adj" fmla="val 40454"/>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26" name="Rectangle 386">
              <a:extLst>
                <a:ext uri="{FF2B5EF4-FFF2-40B4-BE49-F238E27FC236}">
                  <a16:creationId xmlns:a16="http://schemas.microsoft.com/office/drawing/2014/main" id="{04D0552E-7E9F-44B1-8661-9E31E47453FA}"/>
                </a:ext>
              </a:extLst>
            </p:cNvPr>
            <p:cNvSpPr>
              <a:spLocks noChangeArrowheads="1"/>
            </p:cNvSpPr>
            <p:nvPr/>
          </p:nvSpPr>
          <p:spPr bwMode="auto">
            <a:xfrm>
              <a:off x="1905" y="2099"/>
              <a:ext cx="83"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27" name="Rectangle 387">
              <a:extLst>
                <a:ext uri="{FF2B5EF4-FFF2-40B4-BE49-F238E27FC236}">
                  <a16:creationId xmlns:a16="http://schemas.microsoft.com/office/drawing/2014/main" id="{439EF917-1EB0-4842-96F5-1B70219E31BC}"/>
                </a:ext>
              </a:extLst>
            </p:cNvPr>
            <p:cNvSpPr>
              <a:spLocks noChangeArrowheads="1"/>
            </p:cNvSpPr>
            <p:nvPr/>
          </p:nvSpPr>
          <p:spPr bwMode="auto">
            <a:xfrm>
              <a:off x="1905" y="2099"/>
              <a:ext cx="96"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28" name="Freeform 388">
              <a:extLst>
                <a:ext uri="{FF2B5EF4-FFF2-40B4-BE49-F238E27FC236}">
                  <a16:creationId xmlns:a16="http://schemas.microsoft.com/office/drawing/2014/main" id="{EA4E11E0-9D52-4007-8A4D-91F5829FC3FB}"/>
                </a:ext>
              </a:extLst>
            </p:cNvPr>
            <p:cNvSpPr>
              <a:spLocks/>
            </p:cNvSpPr>
            <p:nvPr/>
          </p:nvSpPr>
          <p:spPr bwMode="auto">
            <a:xfrm>
              <a:off x="2015" y="2223"/>
              <a:ext cx="28" cy="28"/>
            </a:xfrm>
            <a:custGeom>
              <a:avLst/>
              <a:gdLst>
                <a:gd name="T0" fmla="*/ 14 w 28"/>
                <a:gd name="T1" fmla="*/ 0 h 28"/>
                <a:gd name="T2" fmla="*/ 14 w 28"/>
                <a:gd name="T3" fmla="*/ 0 h 28"/>
                <a:gd name="T4" fmla="*/ 28 w 28"/>
                <a:gd name="T5" fmla="*/ 0 h 28"/>
                <a:gd name="T6" fmla="*/ 28 w 28"/>
                <a:gd name="T7" fmla="*/ 14 h 28"/>
                <a:gd name="T8" fmla="*/ 14 w 28"/>
                <a:gd name="T9" fmla="*/ 28 h 28"/>
                <a:gd name="T10" fmla="*/ 14 w 28"/>
                <a:gd name="T11" fmla="*/ 28 h 28"/>
                <a:gd name="T12" fmla="*/ 0 w 28"/>
                <a:gd name="T13" fmla="*/ 14 h 28"/>
                <a:gd name="T14" fmla="*/ 0 w 28"/>
                <a:gd name="T15" fmla="*/ 0 h 28"/>
                <a:gd name="T16" fmla="*/ 0 w 28"/>
                <a:gd name="T17" fmla="*/ 0 h 28"/>
                <a:gd name="T18" fmla="*/ 14 w 28"/>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8"/>
                <a:gd name="T32" fmla="*/ 28 w 28"/>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8">
                  <a:moveTo>
                    <a:pt x="14" y="0"/>
                  </a:moveTo>
                  <a:lnTo>
                    <a:pt x="14" y="0"/>
                  </a:lnTo>
                  <a:lnTo>
                    <a:pt x="28" y="0"/>
                  </a:lnTo>
                  <a:lnTo>
                    <a:pt x="28" y="14"/>
                  </a:lnTo>
                  <a:lnTo>
                    <a:pt x="14" y="28"/>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2215"/>
            </a:p>
          </p:txBody>
        </p:sp>
        <p:pic>
          <p:nvPicPr>
            <p:cNvPr id="36029" name="Picture 389">
              <a:extLst>
                <a:ext uri="{FF2B5EF4-FFF2-40B4-BE49-F238E27FC236}">
                  <a16:creationId xmlns:a16="http://schemas.microsoft.com/office/drawing/2014/main" id="{ACE12272-EC57-4D12-A516-339793740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 y="2099"/>
              <a:ext cx="69" cy="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030" name="Line 390">
              <a:extLst>
                <a:ext uri="{FF2B5EF4-FFF2-40B4-BE49-F238E27FC236}">
                  <a16:creationId xmlns:a16="http://schemas.microsoft.com/office/drawing/2014/main" id="{58F0D671-8223-4F55-9CFD-6990361FE747}"/>
                </a:ext>
              </a:extLst>
            </p:cNvPr>
            <p:cNvSpPr>
              <a:spLocks noChangeShapeType="1"/>
            </p:cNvSpPr>
            <p:nvPr/>
          </p:nvSpPr>
          <p:spPr bwMode="auto">
            <a:xfrm>
              <a:off x="2015"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31" name="Line 391">
              <a:extLst>
                <a:ext uri="{FF2B5EF4-FFF2-40B4-BE49-F238E27FC236}">
                  <a16:creationId xmlns:a16="http://schemas.microsoft.com/office/drawing/2014/main" id="{5285D08D-694C-44CA-82F7-4ECBB00A9BD4}"/>
                </a:ext>
              </a:extLst>
            </p:cNvPr>
            <p:cNvSpPr>
              <a:spLocks noChangeShapeType="1"/>
            </p:cNvSpPr>
            <p:nvPr/>
          </p:nvSpPr>
          <p:spPr bwMode="auto">
            <a:xfrm>
              <a:off x="2029"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32" name="Line 392">
              <a:extLst>
                <a:ext uri="{FF2B5EF4-FFF2-40B4-BE49-F238E27FC236}">
                  <a16:creationId xmlns:a16="http://schemas.microsoft.com/office/drawing/2014/main" id="{EED4F3F0-7B00-43F6-9962-306A179DE276}"/>
                </a:ext>
              </a:extLst>
            </p:cNvPr>
            <p:cNvSpPr>
              <a:spLocks noChangeShapeType="1"/>
            </p:cNvSpPr>
            <p:nvPr/>
          </p:nvSpPr>
          <p:spPr bwMode="auto">
            <a:xfrm>
              <a:off x="2029" y="2223"/>
              <a:ext cx="1" cy="1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33" name="Rectangle 393">
              <a:extLst>
                <a:ext uri="{FF2B5EF4-FFF2-40B4-BE49-F238E27FC236}">
                  <a16:creationId xmlns:a16="http://schemas.microsoft.com/office/drawing/2014/main" id="{6C3B3FCF-859A-4032-87DF-84A8C9274A89}"/>
                </a:ext>
              </a:extLst>
            </p:cNvPr>
            <p:cNvSpPr>
              <a:spLocks noChangeArrowheads="1"/>
            </p:cNvSpPr>
            <p:nvPr/>
          </p:nvSpPr>
          <p:spPr bwMode="auto">
            <a:xfrm>
              <a:off x="1891" y="2154"/>
              <a:ext cx="97" cy="14"/>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34" name="Freeform 394">
              <a:extLst>
                <a:ext uri="{FF2B5EF4-FFF2-40B4-BE49-F238E27FC236}">
                  <a16:creationId xmlns:a16="http://schemas.microsoft.com/office/drawing/2014/main" id="{05B91CF5-0861-4645-AED1-B16EB1C6452A}"/>
                </a:ext>
              </a:extLst>
            </p:cNvPr>
            <p:cNvSpPr>
              <a:spLocks/>
            </p:cNvSpPr>
            <p:nvPr/>
          </p:nvSpPr>
          <p:spPr bwMode="auto">
            <a:xfrm>
              <a:off x="1877" y="2182"/>
              <a:ext cx="124" cy="14"/>
            </a:xfrm>
            <a:custGeom>
              <a:avLst/>
              <a:gdLst>
                <a:gd name="T0" fmla="*/ 14 w 124"/>
                <a:gd name="T1" fmla="*/ 0 h 14"/>
                <a:gd name="T2" fmla="*/ 0 w 124"/>
                <a:gd name="T3" fmla="*/ 14 h 14"/>
                <a:gd name="T4" fmla="*/ 124 w 124"/>
                <a:gd name="T5" fmla="*/ 14 h 14"/>
                <a:gd name="T6" fmla="*/ 124 w 124"/>
                <a:gd name="T7" fmla="*/ 0 h 14"/>
                <a:gd name="T8" fmla="*/ 14 w 124"/>
                <a:gd name="T9" fmla="*/ 0 h 14"/>
                <a:gd name="T10" fmla="*/ 0 60000 65536"/>
                <a:gd name="T11" fmla="*/ 0 60000 65536"/>
                <a:gd name="T12" fmla="*/ 0 60000 65536"/>
                <a:gd name="T13" fmla="*/ 0 60000 65536"/>
                <a:gd name="T14" fmla="*/ 0 60000 65536"/>
                <a:gd name="T15" fmla="*/ 0 w 124"/>
                <a:gd name="T16" fmla="*/ 0 h 14"/>
                <a:gd name="T17" fmla="*/ 124 w 124"/>
                <a:gd name="T18" fmla="*/ 14 h 14"/>
              </a:gdLst>
              <a:ahLst/>
              <a:cxnLst>
                <a:cxn ang="T10">
                  <a:pos x="T0" y="T1"/>
                </a:cxn>
                <a:cxn ang="T11">
                  <a:pos x="T2" y="T3"/>
                </a:cxn>
                <a:cxn ang="T12">
                  <a:pos x="T4" y="T5"/>
                </a:cxn>
                <a:cxn ang="T13">
                  <a:pos x="T6" y="T7"/>
                </a:cxn>
                <a:cxn ang="T14">
                  <a:pos x="T8" y="T9"/>
                </a:cxn>
              </a:cxnLst>
              <a:rect l="T15" t="T16" r="T17" b="T18"/>
              <a:pathLst>
                <a:path w="124" h="14">
                  <a:moveTo>
                    <a:pt x="14" y="0"/>
                  </a:moveTo>
                  <a:lnTo>
                    <a:pt x="0" y="14"/>
                  </a:lnTo>
                  <a:lnTo>
                    <a:pt x="124" y="14"/>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35" name="Line 395">
              <a:extLst>
                <a:ext uri="{FF2B5EF4-FFF2-40B4-BE49-F238E27FC236}">
                  <a16:creationId xmlns:a16="http://schemas.microsoft.com/office/drawing/2014/main" id="{7EEE246B-119D-410B-99BA-1C24422BC5A5}"/>
                </a:ext>
              </a:extLst>
            </p:cNvPr>
            <p:cNvSpPr>
              <a:spLocks noChangeShapeType="1"/>
            </p:cNvSpPr>
            <p:nvPr/>
          </p:nvSpPr>
          <p:spPr bwMode="auto">
            <a:xfrm>
              <a:off x="1891" y="2196"/>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36" name="Line 396">
              <a:extLst>
                <a:ext uri="{FF2B5EF4-FFF2-40B4-BE49-F238E27FC236}">
                  <a16:creationId xmlns:a16="http://schemas.microsoft.com/office/drawing/2014/main" id="{F5334B4A-26DF-4815-A6EC-A9BAA34D7A85}"/>
                </a:ext>
              </a:extLst>
            </p:cNvPr>
            <p:cNvSpPr>
              <a:spLocks noChangeShapeType="1"/>
            </p:cNvSpPr>
            <p:nvPr/>
          </p:nvSpPr>
          <p:spPr bwMode="auto">
            <a:xfrm>
              <a:off x="1905" y="2182"/>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37" name="Line 397">
              <a:extLst>
                <a:ext uri="{FF2B5EF4-FFF2-40B4-BE49-F238E27FC236}">
                  <a16:creationId xmlns:a16="http://schemas.microsoft.com/office/drawing/2014/main" id="{299E4FBF-B36D-43D0-B7E0-41F96AA10EC0}"/>
                </a:ext>
              </a:extLst>
            </p:cNvPr>
            <p:cNvSpPr>
              <a:spLocks noChangeShapeType="1"/>
            </p:cNvSpPr>
            <p:nvPr/>
          </p:nvSpPr>
          <p:spPr bwMode="auto">
            <a:xfrm>
              <a:off x="1891" y="218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38" name="Line 398">
              <a:extLst>
                <a:ext uri="{FF2B5EF4-FFF2-40B4-BE49-F238E27FC236}">
                  <a16:creationId xmlns:a16="http://schemas.microsoft.com/office/drawing/2014/main" id="{7677DC81-C9B8-47E0-8507-20043CF93A3E}"/>
                </a:ext>
              </a:extLst>
            </p:cNvPr>
            <p:cNvSpPr>
              <a:spLocks noChangeShapeType="1"/>
            </p:cNvSpPr>
            <p:nvPr/>
          </p:nvSpPr>
          <p:spPr bwMode="auto">
            <a:xfrm>
              <a:off x="1919" y="2196"/>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39" name="Line 399">
              <a:extLst>
                <a:ext uri="{FF2B5EF4-FFF2-40B4-BE49-F238E27FC236}">
                  <a16:creationId xmlns:a16="http://schemas.microsoft.com/office/drawing/2014/main" id="{16BCF975-2F87-46DF-9C1D-9974E0228F83}"/>
                </a:ext>
              </a:extLst>
            </p:cNvPr>
            <p:cNvSpPr>
              <a:spLocks noChangeShapeType="1"/>
            </p:cNvSpPr>
            <p:nvPr/>
          </p:nvSpPr>
          <p:spPr bwMode="auto">
            <a:xfrm>
              <a:off x="1960" y="2182"/>
              <a:ext cx="28"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40" name="Line 400">
              <a:extLst>
                <a:ext uri="{FF2B5EF4-FFF2-40B4-BE49-F238E27FC236}">
                  <a16:creationId xmlns:a16="http://schemas.microsoft.com/office/drawing/2014/main" id="{967FB1DC-E7A7-4BEC-833A-012DD88E5E6C}"/>
                </a:ext>
              </a:extLst>
            </p:cNvPr>
            <p:cNvSpPr>
              <a:spLocks noChangeShapeType="1"/>
            </p:cNvSpPr>
            <p:nvPr/>
          </p:nvSpPr>
          <p:spPr bwMode="auto">
            <a:xfrm>
              <a:off x="1988" y="2196"/>
              <a:ext cx="1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41" name="Rectangle 401">
              <a:extLst>
                <a:ext uri="{FF2B5EF4-FFF2-40B4-BE49-F238E27FC236}">
                  <a16:creationId xmlns:a16="http://schemas.microsoft.com/office/drawing/2014/main" id="{3D7236F0-7C0F-474D-9B70-222D4ED325DE}"/>
                </a:ext>
              </a:extLst>
            </p:cNvPr>
            <p:cNvSpPr>
              <a:spLocks noChangeArrowheads="1"/>
            </p:cNvSpPr>
            <p:nvPr/>
          </p:nvSpPr>
          <p:spPr bwMode="auto">
            <a:xfrm>
              <a:off x="1932" y="2085"/>
              <a:ext cx="28" cy="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42" name="Rectangle 402">
              <a:extLst>
                <a:ext uri="{FF2B5EF4-FFF2-40B4-BE49-F238E27FC236}">
                  <a16:creationId xmlns:a16="http://schemas.microsoft.com/office/drawing/2014/main" id="{C03C3705-9148-4D7D-BC0B-FA686F7D0EE4}"/>
                </a:ext>
              </a:extLst>
            </p:cNvPr>
            <p:cNvSpPr>
              <a:spLocks noChangeArrowheads="1"/>
            </p:cNvSpPr>
            <p:nvPr/>
          </p:nvSpPr>
          <p:spPr bwMode="auto">
            <a:xfrm>
              <a:off x="1932" y="2085"/>
              <a:ext cx="42" cy="42"/>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43" name="Freeform 403">
              <a:extLst>
                <a:ext uri="{FF2B5EF4-FFF2-40B4-BE49-F238E27FC236}">
                  <a16:creationId xmlns:a16="http://schemas.microsoft.com/office/drawing/2014/main" id="{E037910D-5E65-4666-BE57-519DC39B0BB5}"/>
                </a:ext>
              </a:extLst>
            </p:cNvPr>
            <p:cNvSpPr>
              <a:spLocks/>
            </p:cNvSpPr>
            <p:nvPr/>
          </p:nvSpPr>
          <p:spPr bwMode="auto">
            <a:xfrm>
              <a:off x="5120" y="2830"/>
              <a:ext cx="41" cy="69"/>
            </a:xfrm>
            <a:custGeom>
              <a:avLst/>
              <a:gdLst>
                <a:gd name="T0" fmla="*/ 0 w 41"/>
                <a:gd name="T1" fmla="*/ 0 h 69"/>
                <a:gd name="T2" fmla="*/ 41 w 41"/>
                <a:gd name="T3" fmla="*/ 14 h 69"/>
                <a:gd name="T4" fmla="*/ 41 w 41"/>
                <a:gd name="T5" fmla="*/ 69 h 69"/>
                <a:gd name="T6" fmla="*/ 0 60000 65536"/>
                <a:gd name="T7" fmla="*/ 0 60000 65536"/>
                <a:gd name="T8" fmla="*/ 0 60000 65536"/>
                <a:gd name="T9" fmla="*/ 0 w 41"/>
                <a:gd name="T10" fmla="*/ 0 h 69"/>
                <a:gd name="T11" fmla="*/ 41 w 41"/>
                <a:gd name="T12" fmla="*/ 69 h 69"/>
              </a:gdLst>
              <a:ahLst/>
              <a:cxnLst>
                <a:cxn ang="T6">
                  <a:pos x="T0" y="T1"/>
                </a:cxn>
                <a:cxn ang="T7">
                  <a:pos x="T2" y="T3"/>
                </a:cxn>
                <a:cxn ang="T8">
                  <a:pos x="T4" y="T5"/>
                </a:cxn>
              </a:cxnLst>
              <a:rect l="T9" t="T10" r="T11" b="T12"/>
              <a:pathLst>
                <a:path w="41" h="69">
                  <a:moveTo>
                    <a:pt x="0" y="0"/>
                  </a:moveTo>
                  <a:lnTo>
                    <a:pt x="41" y="14"/>
                  </a:lnTo>
                  <a:lnTo>
                    <a:pt x="41"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44" name="AutoShape 404">
              <a:extLst>
                <a:ext uri="{FF2B5EF4-FFF2-40B4-BE49-F238E27FC236}">
                  <a16:creationId xmlns:a16="http://schemas.microsoft.com/office/drawing/2014/main" id="{9AAF5ED3-8137-40AD-8A80-072C14ACC138}"/>
                </a:ext>
              </a:extLst>
            </p:cNvPr>
            <p:cNvSpPr>
              <a:spLocks noChangeArrowheads="1"/>
            </p:cNvSpPr>
            <p:nvPr/>
          </p:nvSpPr>
          <p:spPr bwMode="auto">
            <a:xfrm>
              <a:off x="5009" y="2748"/>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45" name="AutoShape 405">
              <a:extLst>
                <a:ext uri="{FF2B5EF4-FFF2-40B4-BE49-F238E27FC236}">
                  <a16:creationId xmlns:a16="http://schemas.microsoft.com/office/drawing/2014/main" id="{2B0B2B5C-485C-40A9-AB51-5D1D6954EFE7}"/>
                </a:ext>
              </a:extLst>
            </p:cNvPr>
            <p:cNvSpPr>
              <a:spLocks noChangeArrowheads="1"/>
            </p:cNvSpPr>
            <p:nvPr/>
          </p:nvSpPr>
          <p:spPr bwMode="auto">
            <a:xfrm>
              <a:off x="4996" y="2734"/>
              <a:ext cx="151" cy="96"/>
            </a:xfrm>
            <a:prstGeom prst="roundRect">
              <a:avLst>
                <a:gd name="adj" fmla="val 39065"/>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46" name="Rectangle 406">
              <a:extLst>
                <a:ext uri="{FF2B5EF4-FFF2-40B4-BE49-F238E27FC236}">
                  <a16:creationId xmlns:a16="http://schemas.microsoft.com/office/drawing/2014/main" id="{B32A8DC9-AFA5-43B2-801B-0513D967CABD}"/>
                </a:ext>
              </a:extLst>
            </p:cNvPr>
            <p:cNvSpPr>
              <a:spLocks noChangeArrowheads="1"/>
            </p:cNvSpPr>
            <p:nvPr/>
          </p:nvSpPr>
          <p:spPr bwMode="auto">
            <a:xfrm>
              <a:off x="5037" y="2761"/>
              <a:ext cx="8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47" name="Rectangle 407">
              <a:extLst>
                <a:ext uri="{FF2B5EF4-FFF2-40B4-BE49-F238E27FC236}">
                  <a16:creationId xmlns:a16="http://schemas.microsoft.com/office/drawing/2014/main" id="{969F8317-D77A-44FF-A4E9-C2550150ACFD}"/>
                </a:ext>
              </a:extLst>
            </p:cNvPr>
            <p:cNvSpPr>
              <a:spLocks noChangeArrowheads="1"/>
            </p:cNvSpPr>
            <p:nvPr/>
          </p:nvSpPr>
          <p:spPr bwMode="auto">
            <a:xfrm>
              <a:off x="5037" y="2761"/>
              <a:ext cx="96" cy="56"/>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48" name="Freeform 408">
              <a:extLst>
                <a:ext uri="{FF2B5EF4-FFF2-40B4-BE49-F238E27FC236}">
                  <a16:creationId xmlns:a16="http://schemas.microsoft.com/office/drawing/2014/main" id="{5F2A0296-C01A-4F6B-A223-D69F0062ABDE}"/>
                </a:ext>
              </a:extLst>
            </p:cNvPr>
            <p:cNvSpPr>
              <a:spLocks/>
            </p:cNvSpPr>
            <p:nvPr/>
          </p:nvSpPr>
          <p:spPr bwMode="auto">
            <a:xfrm>
              <a:off x="5147" y="2886"/>
              <a:ext cx="28" cy="41"/>
            </a:xfrm>
            <a:custGeom>
              <a:avLst/>
              <a:gdLst>
                <a:gd name="T0" fmla="*/ 14 w 28"/>
                <a:gd name="T1" fmla="*/ 0 h 41"/>
                <a:gd name="T2" fmla="*/ 14 w 28"/>
                <a:gd name="T3" fmla="*/ 0 h 41"/>
                <a:gd name="T4" fmla="*/ 28 w 28"/>
                <a:gd name="T5" fmla="*/ 13 h 41"/>
                <a:gd name="T6" fmla="*/ 28 w 28"/>
                <a:gd name="T7" fmla="*/ 27 h 41"/>
                <a:gd name="T8" fmla="*/ 14 w 28"/>
                <a:gd name="T9" fmla="*/ 41 h 41"/>
                <a:gd name="T10" fmla="*/ 14 w 28"/>
                <a:gd name="T11" fmla="*/ 41 h 41"/>
                <a:gd name="T12" fmla="*/ 0 w 28"/>
                <a:gd name="T13" fmla="*/ 27 h 41"/>
                <a:gd name="T14" fmla="*/ 0 w 28"/>
                <a:gd name="T15" fmla="*/ 13 h 41"/>
                <a:gd name="T16" fmla="*/ 0 w 28"/>
                <a:gd name="T17" fmla="*/ 0 h 41"/>
                <a:gd name="T18" fmla="*/ 14 w 28"/>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1"/>
                <a:gd name="T32" fmla="*/ 28 w 28"/>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1">
                  <a:moveTo>
                    <a:pt x="14" y="0"/>
                  </a:moveTo>
                  <a:lnTo>
                    <a:pt x="14" y="0"/>
                  </a:lnTo>
                  <a:lnTo>
                    <a:pt x="28" y="13"/>
                  </a:lnTo>
                  <a:lnTo>
                    <a:pt x="28" y="27"/>
                  </a:lnTo>
                  <a:lnTo>
                    <a:pt x="14" y="41"/>
                  </a:lnTo>
                  <a:lnTo>
                    <a:pt x="0" y="27"/>
                  </a:lnTo>
                  <a:lnTo>
                    <a:pt x="0" y="13"/>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2215"/>
            </a:p>
          </p:txBody>
        </p:sp>
        <p:pic>
          <p:nvPicPr>
            <p:cNvPr id="36049" name="Picture 409">
              <a:extLst>
                <a:ext uri="{FF2B5EF4-FFF2-40B4-BE49-F238E27FC236}">
                  <a16:creationId xmlns:a16="http://schemas.microsoft.com/office/drawing/2014/main" id="{F4431CE3-692E-408A-8330-6B2F468C55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7" y="2761"/>
              <a:ext cx="69" cy="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050" name="Line 410">
              <a:extLst>
                <a:ext uri="{FF2B5EF4-FFF2-40B4-BE49-F238E27FC236}">
                  <a16:creationId xmlns:a16="http://schemas.microsoft.com/office/drawing/2014/main" id="{5E2C33BF-A16B-437E-BDAB-3FC9D27BA1DC}"/>
                </a:ext>
              </a:extLst>
            </p:cNvPr>
            <p:cNvSpPr>
              <a:spLocks noChangeShapeType="1"/>
            </p:cNvSpPr>
            <p:nvPr/>
          </p:nvSpPr>
          <p:spPr bwMode="auto">
            <a:xfrm>
              <a:off x="5147" y="2899"/>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51" name="Freeform 411">
              <a:extLst>
                <a:ext uri="{FF2B5EF4-FFF2-40B4-BE49-F238E27FC236}">
                  <a16:creationId xmlns:a16="http://schemas.microsoft.com/office/drawing/2014/main" id="{302A2461-5823-415F-9E35-5B4E25898790}"/>
                </a:ext>
              </a:extLst>
            </p:cNvPr>
            <p:cNvSpPr>
              <a:spLocks/>
            </p:cNvSpPr>
            <p:nvPr/>
          </p:nvSpPr>
          <p:spPr bwMode="auto">
            <a:xfrm>
              <a:off x="5161" y="289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52" name="Rectangle 412">
              <a:extLst>
                <a:ext uri="{FF2B5EF4-FFF2-40B4-BE49-F238E27FC236}">
                  <a16:creationId xmlns:a16="http://schemas.microsoft.com/office/drawing/2014/main" id="{1E82DDF7-24E9-4339-90F4-525F71FE0153}"/>
                </a:ext>
              </a:extLst>
            </p:cNvPr>
            <p:cNvSpPr>
              <a:spLocks noChangeArrowheads="1"/>
            </p:cNvSpPr>
            <p:nvPr/>
          </p:nvSpPr>
          <p:spPr bwMode="auto">
            <a:xfrm>
              <a:off x="5023" y="2817"/>
              <a:ext cx="97" cy="27"/>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53" name="Freeform 413">
              <a:extLst>
                <a:ext uri="{FF2B5EF4-FFF2-40B4-BE49-F238E27FC236}">
                  <a16:creationId xmlns:a16="http://schemas.microsoft.com/office/drawing/2014/main" id="{E654CEEC-6C27-4565-AC70-9A19E27FBE98}"/>
                </a:ext>
              </a:extLst>
            </p:cNvPr>
            <p:cNvSpPr>
              <a:spLocks/>
            </p:cNvSpPr>
            <p:nvPr/>
          </p:nvSpPr>
          <p:spPr bwMode="auto">
            <a:xfrm>
              <a:off x="5009" y="2844"/>
              <a:ext cx="124" cy="28"/>
            </a:xfrm>
            <a:custGeom>
              <a:avLst/>
              <a:gdLst>
                <a:gd name="T0" fmla="*/ 14 w 124"/>
                <a:gd name="T1" fmla="*/ 0 h 28"/>
                <a:gd name="T2" fmla="*/ 0 w 124"/>
                <a:gd name="T3" fmla="*/ 28 h 28"/>
                <a:gd name="T4" fmla="*/ 124 w 124"/>
                <a:gd name="T5" fmla="*/ 28 h 28"/>
                <a:gd name="T6" fmla="*/ 124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54" name="Line 414">
              <a:extLst>
                <a:ext uri="{FF2B5EF4-FFF2-40B4-BE49-F238E27FC236}">
                  <a16:creationId xmlns:a16="http://schemas.microsoft.com/office/drawing/2014/main" id="{1CFDAB63-F624-41BE-A405-E2FEB5993CE1}"/>
                </a:ext>
              </a:extLst>
            </p:cNvPr>
            <p:cNvSpPr>
              <a:spLocks noChangeShapeType="1"/>
            </p:cNvSpPr>
            <p:nvPr/>
          </p:nvSpPr>
          <p:spPr bwMode="auto">
            <a:xfrm>
              <a:off x="5023" y="2858"/>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55" name="Line 415">
              <a:extLst>
                <a:ext uri="{FF2B5EF4-FFF2-40B4-BE49-F238E27FC236}">
                  <a16:creationId xmlns:a16="http://schemas.microsoft.com/office/drawing/2014/main" id="{E185859D-219E-4FC7-B870-800D89EC7BE6}"/>
                </a:ext>
              </a:extLst>
            </p:cNvPr>
            <p:cNvSpPr>
              <a:spLocks noChangeShapeType="1"/>
            </p:cNvSpPr>
            <p:nvPr/>
          </p:nvSpPr>
          <p:spPr bwMode="auto">
            <a:xfrm>
              <a:off x="5037" y="2844"/>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56" name="Line 416">
              <a:extLst>
                <a:ext uri="{FF2B5EF4-FFF2-40B4-BE49-F238E27FC236}">
                  <a16:creationId xmlns:a16="http://schemas.microsoft.com/office/drawing/2014/main" id="{E3D7BBA0-DA71-4BD0-BE83-8E8772D86B78}"/>
                </a:ext>
              </a:extLst>
            </p:cNvPr>
            <p:cNvSpPr>
              <a:spLocks noChangeShapeType="1"/>
            </p:cNvSpPr>
            <p:nvPr/>
          </p:nvSpPr>
          <p:spPr bwMode="auto">
            <a:xfrm>
              <a:off x="5023" y="2858"/>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57" name="Line 417">
              <a:extLst>
                <a:ext uri="{FF2B5EF4-FFF2-40B4-BE49-F238E27FC236}">
                  <a16:creationId xmlns:a16="http://schemas.microsoft.com/office/drawing/2014/main" id="{C89EC663-F752-4221-ABCC-A404AE2162DA}"/>
                </a:ext>
              </a:extLst>
            </p:cNvPr>
            <p:cNvSpPr>
              <a:spLocks noChangeShapeType="1"/>
            </p:cNvSpPr>
            <p:nvPr/>
          </p:nvSpPr>
          <p:spPr bwMode="auto">
            <a:xfrm>
              <a:off x="5051" y="2858"/>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58" name="Freeform 418">
              <a:extLst>
                <a:ext uri="{FF2B5EF4-FFF2-40B4-BE49-F238E27FC236}">
                  <a16:creationId xmlns:a16="http://schemas.microsoft.com/office/drawing/2014/main" id="{4574DEBA-88E6-42A7-B40A-4033561C9817}"/>
                </a:ext>
              </a:extLst>
            </p:cNvPr>
            <p:cNvSpPr>
              <a:spLocks/>
            </p:cNvSpPr>
            <p:nvPr/>
          </p:nvSpPr>
          <p:spPr bwMode="auto">
            <a:xfrm>
              <a:off x="5092" y="2858"/>
              <a:ext cx="41" cy="1"/>
            </a:xfrm>
            <a:custGeom>
              <a:avLst/>
              <a:gdLst>
                <a:gd name="T0" fmla="*/ 0 w 41"/>
                <a:gd name="T1" fmla="*/ 0 h 1"/>
                <a:gd name="T2" fmla="*/ 28 w 41"/>
                <a:gd name="T3" fmla="*/ 0 h 1"/>
                <a:gd name="T4" fmla="*/ 41 w 41"/>
                <a:gd name="T5" fmla="*/ 0 h 1"/>
                <a:gd name="T6" fmla="*/ 0 60000 65536"/>
                <a:gd name="T7" fmla="*/ 0 60000 65536"/>
                <a:gd name="T8" fmla="*/ 0 60000 65536"/>
                <a:gd name="T9" fmla="*/ 0 w 41"/>
                <a:gd name="T10" fmla="*/ 0 h 1"/>
                <a:gd name="T11" fmla="*/ 41 w 41"/>
                <a:gd name="T12" fmla="*/ 1 h 1"/>
              </a:gdLst>
              <a:ahLst/>
              <a:cxnLst>
                <a:cxn ang="T6">
                  <a:pos x="T0" y="T1"/>
                </a:cxn>
                <a:cxn ang="T7">
                  <a:pos x="T2" y="T3"/>
                </a:cxn>
                <a:cxn ang="T8">
                  <a:pos x="T4" y="T5"/>
                </a:cxn>
              </a:cxnLst>
              <a:rect l="T9" t="T10" r="T11" b="T12"/>
              <a:pathLst>
                <a:path w="41" h="1">
                  <a:moveTo>
                    <a:pt x="0" y="0"/>
                  </a:moveTo>
                  <a:lnTo>
                    <a:pt x="28" y="0"/>
                  </a:lnTo>
                  <a:lnTo>
                    <a:pt x="41"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59" name="Rectangle 419">
              <a:extLst>
                <a:ext uri="{FF2B5EF4-FFF2-40B4-BE49-F238E27FC236}">
                  <a16:creationId xmlns:a16="http://schemas.microsoft.com/office/drawing/2014/main" id="{E2941D05-94EE-4B21-BD8C-465E3EB619E2}"/>
                </a:ext>
              </a:extLst>
            </p:cNvPr>
            <p:cNvSpPr>
              <a:spLocks noChangeArrowheads="1"/>
            </p:cNvSpPr>
            <p:nvPr/>
          </p:nvSpPr>
          <p:spPr bwMode="auto">
            <a:xfrm>
              <a:off x="5064" y="2748"/>
              <a:ext cx="2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60" name="Rectangle 420">
              <a:extLst>
                <a:ext uri="{FF2B5EF4-FFF2-40B4-BE49-F238E27FC236}">
                  <a16:creationId xmlns:a16="http://schemas.microsoft.com/office/drawing/2014/main" id="{BBC21DBA-7018-4B42-8E2E-A8C0F5A24051}"/>
                </a:ext>
              </a:extLst>
            </p:cNvPr>
            <p:cNvSpPr>
              <a:spLocks noChangeArrowheads="1"/>
            </p:cNvSpPr>
            <p:nvPr/>
          </p:nvSpPr>
          <p:spPr bwMode="auto">
            <a:xfrm>
              <a:off x="5064" y="2748"/>
              <a:ext cx="42"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61" name="Freeform 421">
              <a:extLst>
                <a:ext uri="{FF2B5EF4-FFF2-40B4-BE49-F238E27FC236}">
                  <a16:creationId xmlns:a16="http://schemas.microsoft.com/office/drawing/2014/main" id="{CD736ED9-5169-46AD-AEF8-3235AC672D9B}"/>
                </a:ext>
              </a:extLst>
            </p:cNvPr>
            <p:cNvSpPr>
              <a:spLocks/>
            </p:cNvSpPr>
            <p:nvPr/>
          </p:nvSpPr>
          <p:spPr bwMode="auto">
            <a:xfrm>
              <a:off x="5299" y="2830"/>
              <a:ext cx="41" cy="69"/>
            </a:xfrm>
            <a:custGeom>
              <a:avLst/>
              <a:gdLst>
                <a:gd name="T0" fmla="*/ 0 w 41"/>
                <a:gd name="T1" fmla="*/ 0 h 69"/>
                <a:gd name="T2" fmla="*/ 41 w 41"/>
                <a:gd name="T3" fmla="*/ 14 h 69"/>
                <a:gd name="T4" fmla="*/ 41 w 41"/>
                <a:gd name="T5" fmla="*/ 69 h 69"/>
                <a:gd name="T6" fmla="*/ 0 60000 65536"/>
                <a:gd name="T7" fmla="*/ 0 60000 65536"/>
                <a:gd name="T8" fmla="*/ 0 60000 65536"/>
                <a:gd name="T9" fmla="*/ 0 w 41"/>
                <a:gd name="T10" fmla="*/ 0 h 69"/>
                <a:gd name="T11" fmla="*/ 41 w 41"/>
                <a:gd name="T12" fmla="*/ 69 h 69"/>
              </a:gdLst>
              <a:ahLst/>
              <a:cxnLst>
                <a:cxn ang="T6">
                  <a:pos x="T0" y="T1"/>
                </a:cxn>
                <a:cxn ang="T7">
                  <a:pos x="T2" y="T3"/>
                </a:cxn>
                <a:cxn ang="T8">
                  <a:pos x="T4" y="T5"/>
                </a:cxn>
              </a:cxnLst>
              <a:rect l="T9" t="T10" r="T11" b="T12"/>
              <a:pathLst>
                <a:path w="41" h="69">
                  <a:moveTo>
                    <a:pt x="0" y="0"/>
                  </a:moveTo>
                  <a:lnTo>
                    <a:pt x="41" y="14"/>
                  </a:lnTo>
                  <a:lnTo>
                    <a:pt x="41"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62" name="AutoShape 422">
              <a:extLst>
                <a:ext uri="{FF2B5EF4-FFF2-40B4-BE49-F238E27FC236}">
                  <a16:creationId xmlns:a16="http://schemas.microsoft.com/office/drawing/2014/main" id="{955D680C-DD63-423E-ABEE-6AA5AFA22E74}"/>
                </a:ext>
              </a:extLst>
            </p:cNvPr>
            <p:cNvSpPr>
              <a:spLocks noChangeArrowheads="1"/>
            </p:cNvSpPr>
            <p:nvPr/>
          </p:nvSpPr>
          <p:spPr bwMode="auto">
            <a:xfrm>
              <a:off x="5189" y="2748"/>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63" name="AutoShape 423">
              <a:extLst>
                <a:ext uri="{FF2B5EF4-FFF2-40B4-BE49-F238E27FC236}">
                  <a16:creationId xmlns:a16="http://schemas.microsoft.com/office/drawing/2014/main" id="{A75DEA47-F406-4649-9F87-D2F80BEE9263}"/>
                </a:ext>
              </a:extLst>
            </p:cNvPr>
            <p:cNvSpPr>
              <a:spLocks noChangeArrowheads="1"/>
            </p:cNvSpPr>
            <p:nvPr/>
          </p:nvSpPr>
          <p:spPr bwMode="auto">
            <a:xfrm>
              <a:off x="5175" y="2734"/>
              <a:ext cx="152" cy="96"/>
            </a:xfrm>
            <a:prstGeom prst="roundRect">
              <a:avLst>
                <a:gd name="adj" fmla="val 39065"/>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64" name="Rectangle 424">
              <a:extLst>
                <a:ext uri="{FF2B5EF4-FFF2-40B4-BE49-F238E27FC236}">
                  <a16:creationId xmlns:a16="http://schemas.microsoft.com/office/drawing/2014/main" id="{8D9DFB2B-410A-4F43-8FD2-0E9930D2EB19}"/>
                </a:ext>
              </a:extLst>
            </p:cNvPr>
            <p:cNvSpPr>
              <a:spLocks noChangeArrowheads="1"/>
            </p:cNvSpPr>
            <p:nvPr/>
          </p:nvSpPr>
          <p:spPr bwMode="auto">
            <a:xfrm>
              <a:off x="5216" y="2761"/>
              <a:ext cx="8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65" name="Rectangle 425">
              <a:extLst>
                <a:ext uri="{FF2B5EF4-FFF2-40B4-BE49-F238E27FC236}">
                  <a16:creationId xmlns:a16="http://schemas.microsoft.com/office/drawing/2014/main" id="{8F5C1683-205B-44AE-9DDF-8EBCE95761CF}"/>
                </a:ext>
              </a:extLst>
            </p:cNvPr>
            <p:cNvSpPr>
              <a:spLocks noChangeArrowheads="1"/>
            </p:cNvSpPr>
            <p:nvPr/>
          </p:nvSpPr>
          <p:spPr bwMode="auto">
            <a:xfrm>
              <a:off x="5216" y="2761"/>
              <a:ext cx="97" cy="56"/>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66" name="Freeform 426">
              <a:extLst>
                <a:ext uri="{FF2B5EF4-FFF2-40B4-BE49-F238E27FC236}">
                  <a16:creationId xmlns:a16="http://schemas.microsoft.com/office/drawing/2014/main" id="{AE0106CD-FC88-4F55-B50D-4FB865D58ABE}"/>
                </a:ext>
              </a:extLst>
            </p:cNvPr>
            <p:cNvSpPr>
              <a:spLocks/>
            </p:cNvSpPr>
            <p:nvPr/>
          </p:nvSpPr>
          <p:spPr bwMode="auto">
            <a:xfrm>
              <a:off x="5327" y="2886"/>
              <a:ext cx="27" cy="41"/>
            </a:xfrm>
            <a:custGeom>
              <a:avLst/>
              <a:gdLst>
                <a:gd name="T0" fmla="*/ 13 w 27"/>
                <a:gd name="T1" fmla="*/ 0 h 41"/>
                <a:gd name="T2" fmla="*/ 13 w 27"/>
                <a:gd name="T3" fmla="*/ 0 h 41"/>
                <a:gd name="T4" fmla="*/ 27 w 27"/>
                <a:gd name="T5" fmla="*/ 13 h 41"/>
                <a:gd name="T6" fmla="*/ 27 w 27"/>
                <a:gd name="T7" fmla="*/ 27 h 41"/>
                <a:gd name="T8" fmla="*/ 13 w 27"/>
                <a:gd name="T9" fmla="*/ 41 h 41"/>
                <a:gd name="T10" fmla="*/ 13 w 27"/>
                <a:gd name="T11" fmla="*/ 41 h 41"/>
                <a:gd name="T12" fmla="*/ 0 w 27"/>
                <a:gd name="T13" fmla="*/ 27 h 41"/>
                <a:gd name="T14" fmla="*/ 0 w 27"/>
                <a:gd name="T15" fmla="*/ 13 h 41"/>
                <a:gd name="T16" fmla="*/ 0 w 27"/>
                <a:gd name="T17" fmla="*/ 0 h 41"/>
                <a:gd name="T18" fmla="*/ 13 w 27"/>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41"/>
                <a:gd name="T32" fmla="*/ 27 w 27"/>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41">
                  <a:moveTo>
                    <a:pt x="13" y="0"/>
                  </a:moveTo>
                  <a:lnTo>
                    <a:pt x="13" y="0"/>
                  </a:lnTo>
                  <a:lnTo>
                    <a:pt x="27" y="13"/>
                  </a:lnTo>
                  <a:lnTo>
                    <a:pt x="27" y="27"/>
                  </a:lnTo>
                  <a:lnTo>
                    <a:pt x="13" y="41"/>
                  </a:lnTo>
                  <a:lnTo>
                    <a:pt x="0" y="27"/>
                  </a:lnTo>
                  <a:lnTo>
                    <a:pt x="0" y="13"/>
                  </a:lnTo>
                  <a:lnTo>
                    <a:pt x="0" y="0"/>
                  </a:lnTo>
                  <a:lnTo>
                    <a:pt x="13" y="0"/>
                  </a:lnTo>
                  <a:close/>
                </a:path>
              </a:pathLst>
            </a:custGeom>
            <a:solidFill>
              <a:srgbClr val="CF924C"/>
            </a:solidFill>
            <a:ln w="31750">
              <a:solidFill>
                <a:srgbClr val="CF924C"/>
              </a:solidFill>
              <a:prstDash val="solid"/>
              <a:round/>
              <a:headEnd/>
              <a:tailEnd/>
            </a:ln>
          </p:spPr>
          <p:txBody>
            <a:bodyPr/>
            <a:lstStyle/>
            <a:p>
              <a:endParaRPr lang="en-US" sz="2215"/>
            </a:p>
          </p:txBody>
        </p:sp>
        <p:pic>
          <p:nvPicPr>
            <p:cNvPr id="36067" name="Picture 427">
              <a:extLst>
                <a:ext uri="{FF2B5EF4-FFF2-40B4-BE49-F238E27FC236}">
                  <a16:creationId xmlns:a16="http://schemas.microsoft.com/office/drawing/2014/main" id="{A85D5B0D-A2A2-4225-BAE8-417E683FB7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6" y="2761"/>
              <a:ext cx="69" cy="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068" name="Line 428">
              <a:extLst>
                <a:ext uri="{FF2B5EF4-FFF2-40B4-BE49-F238E27FC236}">
                  <a16:creationId xmlns:a16="http://schemas.microsoft.com/office/drawing/2014/main" id="{8DA7AB3D-2ADA-447F-A7CA-3CD2184A58EB}"/>
                </a:ext>
              </a:extLst>
            </p:cNvPr>
            <p:cNvSpPr>
              <a:spLocks noChangeShapeType="1"/>
            </p:cNvSpPr>
            <p:nvPr/>
          </p:nvSpPr>
          <p:spPr bwMode="auto">
            <a:xfrm>
              <a:off x="5327" y="2899"/>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69" name="Freeform 429">
              <a:extLst>
                <a:ext uri="{FF2B5EF4-FFF2-40B4-BE49-F238E27FC236}">
                  <a16:creationId xmlns:a16="http://schemas.microsoft.com/office/drawing/2014/main" id="{12FBB1AD-F21E-4931-ACA6-D16B345EFA27}"/>
                </a:ext>
              </a:extLst>
            </p:cNvPr>
            <p:cNvSpPr>
              <a:spLocks/>
            </p:cNvSpPr>
            <p:nvPr/>
          </p:nvSpPr>
          <p:spPr bwMode="auto">
            <a:xfrm>
              <a:off x="5340" y="289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70" name="Rectangle 430">
              <a:extLst>
                <a:ext uri="{FF2B5EF4-FFF2-40B4-BE49-F238E27FC236}">
                  <a16:creationId xmlns:a16="http://schemas.microsoft.com/office/drawing/2014/main" id="{508C6501-9AE0-4A76-9D6E-774AE53086BC}"/>
                </a:ext>
              </a:extLst>
            </p:cNvPr>
            <p:cNvSpPr>
              <a:spLocks noChangeArrowheads="1"/>
            </p:cNvSpPr>
            <p:nvPr/>
          </p:nvSpPr>
          <p:spPr bwMode="auto">
            <a:xfrm>
              <a:off x="5202" y="2817"/>
              <a:ext cx="97" cy="27"/>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71" name="Freeform 431">
              <a:extLst>
                <a:ext uri="{FF2B5EF4-FFF2-40B4-BE49-F238E27FC236}">
                  <a16:creationId xmlns:a16="http://schemas.microsoft.com/office/drawing/2014/main" id="{90FF3B52-9E14-4C41-A645-6CD97C6936A0}"/>
                </a:ext>
              </a:extLst>
            </p:cNvPr>
            <p:cNvSpPr>
              <a:spLocks/>
            </p:cNvSpPr>
            <p:nvPr/>
          </p:nvSpPr>
          <p:spPr bwMode="auto">
            <a:xfrm>
              <a:off x="5189" y="2844"/>
              <a:ext cx="124" cy="28"/>
            </a:xfrm>
            <a:custGeom>
              <a:avLst/>
              <a:gdLst>
                <a:gd name="T0" fmla="*/ 13 w 124"/>
                <a:gd name="T1" fmla="*/ 0 h 28"/>
                <a:gd name="T2" fmla="*/ 0 w 124"/>
                <a:gd name="T3" fmla="*/ 28 h 28"/>
                <a:gd name="T4" fmla="*/ 124 w 124"/>
                <a:gd name="T5" fmla="*/ 28 h 28"/>
                <a:gd name="T6" fmla="*/ 124 w 124"/>
                <a:gd name="T7" fmla="*/ 0 h 28"/>
                <a:gd name="T8" fmla="*/ 13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3" y="0"/>
                  </a:moveTo>
                  <a:lnTo>
                    <a:pt x="0" y="28"/>
                  </a:lnTo>
                  <a:lnTo>
                    <a:pt x="124" y="28"/>
                  </a:lnTo>
                  <a:lnTo>
                    <a:pt x="124" y="0"/>
                  </a:lnTo>
                  <a:lnTo>
                    <a:pt x="13"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72" name="Line 432">
              <a:extLst>
                <a:ext uri="{FF2B5EF4-FFF2-40B4-BE49-F238E27FC236}">
                  <a16:creationId xmlns:a16="http://schemas.microsoft.com/office/drawing/2014/main" id="{B42258E8-3DE8-4346-BC58-2AA191A2E042}"/>
                </a:ext>
              </a:extLst>
            </p:cNvPr>
            <p:cNvSpPr>
              <a:spLocks noChangeShapeType="1"/>
            </p:cNvSpPr>
            <p:nvPr/>
          </p:nvSpPr>
          <p:spPr bwMode="auto">
            <a:xfrm>
              <a:off x="5202" y="2858"/>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73" name="Line 433">
              <a:extLst>
                <a:ext uri="{FF2B5EF4-FFF2-40B4-BE49-F238E27FC236}">
                  <a16:creationId xmlns:a16="http://schemas.microsoft.com/office/drawing/2014/main" id="{9E33E607-4C65-4E49-80F5-6B8326091F85}"/>
                </a:ext>
              </a:extLst>
            </p:cNvPr>
            <p:cNvSpPr>
              <a:spLocks noChangeShapeType="1"/>
            </p:cNvSpPr>
            <p:nvPr/>
          </p:nvSpPr>
          <p:spPr bwMode="auto">
            <a:xfrm>
              <a:off x="5216" y="2844"/>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74" name="Line 434">
              <a:extLst>
                <a:ext uri="{FF2B5EF4-FFF2-40B4-BE49-F238E27FC236}">
                  <a16:creationId xmlns:a16="http://schemas.microsoft.com/office/drawing/2014/main" id="{3B843BCC-F763-47B2-B213-192E048F9B0D}"/>
                </a:ext>
              </a:extLst>
            </p:cNvPr>
            <p:cNvSpPr>
              <a:spLocks noChangeShapeType="1"/>
            </p:cNvSpPr>
            <p:nvPr/>
          </p:nvSpPr>
          <p:spPr bwMode="auto">
            <a:xfrm>
              <a:off x="5202" y="2858"/>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75" name="Line 435">
              <a:extLst>
                <a:ext uri="{FF2B5EF4-FFF2-40B4-BE49-F238E27FC236}">
                  <a16:creationId xmlns:a16="http://schemas.microsoft.com/office/drawing/2014/main" id="{6A7EE781-E8D5-4666-8D45-80D40757620D}"/>
                </a:ext>
              </a:extLst>
            </p:cNvPr>
            <p:cNvSpPr>
              <a:spLocks noChangeShapeType="1"/>
            </p:cNvSpPr>
            <p:nvPr/>
          </p:nvSpPr>
          <p:spPr bwMode="auto">
            <a:xfrm>
              <a:off x="5230" y="2858"/>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76" name="Freeform 436">
              <a:extLst>
                <a:ext uri="{FF2B5EF4-FFF2-40B4-BE49-F238E27FC236}">
                  <a16:creationId xmlns:a16="http://schemas.microsoft.com/office/drawing/2014/main" id="{02C5E96D-CA74-45B2-B42A-928F9E98F2B4}"/>
                </a:ext>
              </a:extLst>
            </p:cNvPr>
            <p:cNvSpPr>
              <a:spLocks/>
            </p:cNvSpPr>
            <p:nvPr/>
          </p:nvSpPr>
          <p:spPr bwMode="auto">
            <a:xfrm>
              <a:off x="5271" y="2858"/>
              <a:ext cx="42" cy="1"/>
            </a:xfrm>
            <a:custGeom>
              <a:avLst/>
              <a:gdLst>
                <a:gd name="T0" fmla="*/ 0 w 42"/>
                <a:gd name="T1" fmla="*/ 0 h 1"/>
                <a:gd name="T2" fmla="*/ 28 w 42"/>
                <a:gd name="T3" fmla="*/ 0 h 1"/>
                <a:gd name="T4" fmla="*/ 42 w 42"/>
                <a:gd name="T5" fmla="*/ 0 h 1"/>
                <a:gd name="T6" fmla="*/ 0 60000 65536"/>
                <a:gd name="T7" fmla="*/ 0 60000 65536"/>
                <a:gd name="T8" fmla="*/ 0 60000 65536"/>
                <a:gd name="T9" fmla="*/ 0 w 42"/>
                <a:gd name="T10" fmla="*/ 0 h 1"/>
                <a:gd name="T11" fmla="*/ 42 w 42"/>
                <a:gd name="T12" fmla="*/ 1 h 1"/>
              </a:gdLst>
              <a:ahLst/>
              <a:cxnLst>
                <a:cxn ang="T6">
                  <a:pos x="T0" y="T1"/>
                </a:cxn>
                <a:cxn ang="T7">
                  <a:pos x="T2" y="T3"/>
                </a:cxn>
                <a:cxn ang="T8">
                  <a:pos x="T4" y="T5"/>
                </a:cxn>
              </a:cxnLst>
              <a:rect l="T9" t="T10" r="T11" b="T12"/>
              <a:pathLst>
                <a:path w="42" h="1">
                  <a:moveTo>
                    <a:pt x="0" y="0"/>
                  </a:moveTo>
                  <a:lnTo>
                    <a:pt x="28" y="0"/>
                  </a:lnTo>
                  <a:lnTo>
                    <a:pt x="42"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77" name="Rectangle 437">
              <a:extLst>
                <a:ext uri="{FF2B5EF4-FFF2-40B4-BE49-F238E27FC236}">
                  <a16:creationId xmlns:a16="http://schemas.microsoft.com/office/drawing/2014/main" id="{47C16F6C-EB1C-4405-8D9F-D1C535C88C92}"/>
                </a:ext>
              </a:extLst>
            </p:cNvPr>
            <p:cNvSpPr>
              <a:spLocks noChangeArrowheads="1"/>
            </p:cNvSpPr>
            <p:nvPr/>
          </p:nvSpPr>
          <p:spPr bwMode="auto">
            <a:xfrm>
              <a:off x="5244" y="2748"/>
              <a:ext cx="27"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78" name="Rectangle 438">
              <a:extLst>
                <a:ext uri="{FF2B5EF4-FFF2-40B4-BE49-F238E27FC236}">
                  <a16:creationId xmlns:a16="http://schemas.microsoft.com/office/drawing/2014/main" id="{E9990ABB-71E7-4758-9DD8-B5E80A0D9071}"/>
                </a:ext>
              </a:extLst>
            </p:cNvPr>
            <p:cNvSpPr>
              <a:spLocks noChangeArrowheads="1"/>
            </p:cNvSpPr>
            <p:nvPr/>
          </p:nvSpPr>
          <p:spPr bwMode="auto">
            <a:xfrm>
              <a:off x="5244" y="2748"/>
              <a:ext cx="41"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79" name="Freeform 439">
              <a:extLst>
                <a:ext uri="{FF2B5EF4-FFF2-40B4-BE49-F238E27FC236}">
                  <a16:creationId xmlns:a16="http://schemas.microsoft.com/office/drawing/2014/main" id="{07E8F0F1-29D0-4538-8A88-128BC867AADC}"/>
                </a:ext>
              </a:extLst>
            </p:cNvPr>
            <p:cNvSpPr>
              <a:spLocks/>
            </p:cNvSpPr>
            <p:nvPr/>
          </p:nvSpPr>
          <p:spPr bwMode="auto">
            <a:xfrm>
              <a:off x="5478" y="2830"/>
              <a:ext cx="42" cy="69"/>
            </a:xfrm>
            <a:custGeom>
              <a:avLst/>
              <a:gdLst>
                <a:gd name="T0" fmla="*/ 0 w 42"/>
                <a:gd name="T1" fmla="*/ 0 h 69"/>
                <a:gd name="T2" fmla="*/ 42 w 42"/>
                <a:gd name="T3" fmla="*/ 14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4"/>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80" name="AutoShape 440">
              <a:extLst>
                <a:ext uri="{FF2B5EF4-FFF2-40B4-BE49-F238E27FC236}">
                  <a16:creationId xmlns:a16="http://schemas.microsoft.com/office/drawing/2014/main" id="{E8B3A5C4-0003-46AE-9D6F-87F9BD16A6A9}"/>
                </a:ext>
              </a:extLst>
            </p:cNvPr>
            <p:cNvSpPr>
              <a:spLocks noChangeArrowheads="1"/>
            </p:cNvSpPr>
            <p:nvPr/>
          </p:nvSpPr>
          <p:spPr bwMode="auto">
            <a:xfrm>
              <a:off x="5368" y="2748"/>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81" name="AutoShape 441">
              <a:extLst>
                <a:ext uri="{FF2B5EF4-FFF2-40B4-BE49-F238E27FC236}">
                  <a16:creationId xmlns:a16="http://schemas.microsoft.com/office/drawing/2014/main" id="{5CC08191-838A-4332-8D6B-0136216D2D8D}"/>
                </a:ext>
              </a:extLst>
            </p:cNvPr>
            <p:cNvSpPr>
              <a:spLocks noChangeArrowheads="1"/>
            </p:cNvSpPr>
            <p:nvPr/>
          </p:nvSpPr>
          <p:spPr bwMode="auto">
            <a:xfrm>
              <a:off x="5354" y="2734"/>
              <a:ext cx="152" cy="96"/>
            </a:xfrm>
            <a:prstGeom prst="roundRect">
              <a:avLst>
                <a:gd name="adj" fmla="val 39065"/>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82" name="Rectangle 442">
              <a:extLst>
                <a:ext uri="{FF2B5EF4-FFF2-40B4-BE49-F238E27FC236}">
                  <a16:creationId xmlns:a16="http://schemas.microsoft.com/office/drawing/2014/main" id="{1C6A265C-6C0A-45E7-8A66-EC268BEC1DC8}"/>
                </a:ext>
              </a:extLst>
            </p:cNvPr>
            <p:cNvSpPr>
              <a:spLocks noChangeArrowheads="1"/>
            </p:cNvSpPr>
            <p:nvPr/>
          </p:nvSpPr>
          <p:spPr bwMode="auto">
            <a:xfrm>
              <a:off x="5396" y="2761"/>
              <a:ext cx="82"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83" name="Rectangle 443">
              <a:extLst>
                <a:ext uri="{FF2B5EF4-FFF2-40B4-BE49-F238E27FC236}">
                  <a16:creationId xmlns:a16="http://schemas.microsoft.com/office/drawing/2014/main" id="{341DB49E-1916-4283-85D0-A7F3692A2E50}"/>
                </a:ext>
              </a:extLst>
            </p:cNvPr>
            <p:cNvSpPr>
              <a:spLocks noChangeArrowheads="1"/>
            </p:cNvSpPr>
            <p:nvPr/>
          </p:nvSpPr>
          <p:spPr bwMode="auto">
            <a:xfrm>
              <a:off x="5396" y="2761"/>
              <a:ext cx="96" cy="56"/>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84" name="Freeform 444">
              <a:extLst>
                <a:ext uri="{FF2B5EF4-FFF2-40B4-BE49-F238E27FC236}">
                  <a16:creationId xmlns:a16="http://schemas.microsoft.com/office/drawing/2014/main" id="{3C8D0B9C-4684-40AD-9BE1-4BB17481970F}"/>
                </a:ext>
              </a:extLst>
            </p:cNvPr>
            <p:cNvSpPr>
              <a:spLocks/>
            </p:cNvSpPr>
            <p:nvPr/>
          </p:nvSpPr>
          <p:spPr bwMode="auto">
            <a:xfrm>
              <a:off x="5506" y="2886"/>
              <a:ext cx="28" cy="41"/>
            </a:xfrm>
            <a:custGeom>
              <a:avLst/>
              <a:gdLst>
                <a:gd name="T0" fmla="*/ 14 w 28"/>
                <a:gd name="T1" fmla="*/ 0 h 41"/>
                <a:gd name="T2" fmla="*/ 14 w 28"/>
                <a:gd name="T3" fmla="*/ 0 h 41"/>
                <a:gd name="T4" fmla="*/ 28 w 28"/>
                <a:gd name="T5" fmla="*/ 13 h 41"/>
                <a:gd name="T6" fmla="*/ 28 w 28"/>
                <a:gd name="T7" fmla="*/ 27 h 41"/>
                <a:gd name="T8" fmla="*/ 14 w 28"/>
                <a:gd name="T9" fmla="*/ 41 h 41"/>
                <a:gd name="T10" fmla="*/ 14 w 28"/>
                <a:gd name="T11" fmla="*/ 41 h 41"/>
                <a:gd name="T12" fmla="*/ 0 w 28"/>
                <a:gd name="T13" fmla="*/ 27 h 41"/>
                <a:gd name="T14" fmla="*/ 0 w 28"/>
                <a:gd name="T15" fmla="*/ 13 h 41"/>
                <a:gd name="T16" fmla="*/ 0 w 28"/>
                <a:gd name="T17" fmla="*/ 0 h 41"/>
                <a:gd name="T18" fmla="*/ 14 w 28"/>
                <a:gd name="T19" fmla="*/ 0 h 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1"/>
                <a:gd name="T32" fmla="*/ 28 w 28"/>
                <a:gd name="T33" fmla="*/ 41 h 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1">
                  <a:moveTo>
                    <a:pt x="14" y="0"/>
                  </a:moveTo>
                  <a:lnTo>
                    <a:pt x="14" y="0"/>
                  </a:lnTo>
                  <a:lnTo>
                    <a:pt x="28" y="13"/>
                  </a:lnTo>
                  <a:lnTo>
                    <a:pt x="28" y="27"/>
                  </a:lnTo>
                  <a:lnTo>
                    <a:pt x="14" y="41"/>
                  </a:lnTo>
                  <a:lnTo>
                    <a:pt x="0" y="27"/>
                  </a:lnTo>
                  <a:lnTo>
                    <a:pt x="0" y="13"/>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2215"/>
            </a:p>
          </p:txBody>
        </p:sp>
        <p:pic>
          <p:nvPicPr>
            <p:cNvPr id="36085" name="Picture 445">
              <a:extLst>
                <a:ext uri="{FF2B5EF4-FFF2-40B4-BE49-F238E27FC236}">
                  <a16:creationId xmlns:a16="http://schemas.microsoft.com/office/drawing/2014/main" id="{D86D0E8F-BCAD-4EAF-9FDB-F3653A8A4E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6" y="2761"/>
              <a:ext cx="69" cy="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086" name="Line 446">
              <a:extLst>
                <a:ext uri="{FF2B5EF4-FFF2-40B4-BE49-F238E27FC236}">
                  <a16:creationId xmlns:a16="http://schemas.microsoft.com/office/drawing/2014/main" id="{844A6A9C-B07F-4215-8FA6-650FA719B326}"/>
                </a:ext>
              </a:extLst>
            </p:cNvPr>
            <p:cNvSpPr>
              <a:spLocks noChangeShapeType="1"/>
            </p:cNvSpPr>
            <p:nvPr/>
          </p:nvSpPr>
          <p:spPr bwMode="auto">
            <a:xfrm>
              <a:off x="5506" y="2899"/>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87" name="Freeform 447">
              <a:extLst>
                <a:ext uri="{FF2B5EF4-FFF2-40B4-BE49-F238E27FC236}">
                  <a16:creationId xmlns:a16="http://schemas.microsoft.com/office/drawing/2014/main" id="{0A7694ED-2CFA-4736-8EA8-FD4B43BB7EFA}"/>
                </a:ext>
              </a:extLst>
            </p:cNvPr>
            <p:cNvSpPr>
              <a:spLocks/>
            </p:cNvSpPr>
            <p:nvPr/>
          </p:nvSpPr>
          <p:spPr bwMode="auto">
            <a:xfrm>
              <a:off x="5520" y="2899"/>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88" name="Rectangle 448">
              <a:extLst>
                <a:ext uri="{FF2B5EF4-FFF2-40B4-BE49-F238E27FC236}">
                  <a16:creationId xmlns:a16="http://schemas.microsoft.com/office/drawing/2014/main" id="{CD356A75-40BF-4DC1-B893-A1BF5AE3BF04}"/>
                </a:ext>
              </a:extLst>
            </p:cNvPr>
            <p:cNvSpPr>
              <a:spLocks noChangeArrowheads="1"/>
            </p:cNvSpPr>
            <p:nvPr/>
          </p:nvSpPr>
          <p:spPr bwMode="auto">
            <a:xfrm>
              <a:off x="5382" y="2817"/>
              <a:ext cx="96" cy="27"/>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89" name="Freeform 449">
              <a:extLst>
                <a:ext uri="{FF2B5EF4-FFF2-40B4-BE49-F238E27FC236}">
                  <a16:creationId xmlns:a16="http://schemas.microsoft.com/office/drawing/2014/main" id="{E5A04ECF-3367-4C2F-941F-FC0169729D00}"/>
                </a:ext>
              </a:extLst>
            </p:cNvPr>
            <p:cNvSpPr>
              <a:spLocks/>
            </p:cNvSpPr>
            <p:nvPr/>
          </p:nvSpPr>
          <p:spPr bwMode="auto">
            <a:xfrm>
              <a:off x="5368" y="2844"/>
              <a:ext cx="124" cy="28"/>
            </a:xfrm>
            <a:custGeom>
              <a:avLst/>
              <a:gdLst>
                <a:gd name="T0" fmla="*/ 14 w 124"/>
                <a:gd name="T1" fmla="*/ 0 h 28"/>
                <a:gd name="T2" fmla="*/ 0 w 124"/>
                <a:gd name="T3" fmla="*/ 28 h 28"/>
                <a:gd name="T4" fmla="*/ 124 w 124"/>
                <a:gd name="T5" fmla="*/ 28 h 28"/>
                <a:gd name="T6" fmla="*/ 124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90" name="Line 450">
              <a:extLst>
                <a:ext uri="{FF2B5EF4-FFF2-40B4-BE49-F238E27FC236}">
                  <a16:creationId xmlns:a16="http://schemas.microsoft.com/office/drawing/2014/main" id="{E1934E72-727C-4F0B-8BCC-BACED3CB2FBA}"/>
                </a:ext>
              </a:extLst>
            </p:cNvPr>
            <p:cNvSpPr>
              <a:spLocks noChangeShapeType="1"/>
            </p:cNvSpPr>
            <p:nvPr/>
          </p:nvSpPr>
          <p:spPr bwMode="auto">
            <a:xfrm>
              <a:off x="5382" y="2858"/>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91" name="Line 451">
              <a:extLst>
                <a:ext uri="{FF2B5EF4-FFF2-40B4-BE49-F238E27FC236}">
                  <a16:creationId xmlns:a16="http://schemas.microsoft.com/office/drawing/2014/main" id="{0343608B-454C-42D2-8F2A-BA265BCA6639}"/>
                </a:ext>
              </a:extLst>
            </p:cNvPr>
            <p:cNvSpPr>
              <a:spLocks noChangeShapeType="1"/>
            </p:cNvSpPr>
            <p:nvPr/>
          </p:nvSpPr>
          <p:spPr bwMode="auto">
            <a:xfrm>
              <a:off x="5396" y="2844"/>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92" name="Line 452">
              <a:extLst>
                <a:ext uri="{FF2B5EF4-FFF2-40B4-BE49-F238E27FC236}">
                  <a16:creationId xmlns:a16="http://schemas.microsoft.com/office/drawing/2014/main" id="{A69374F4-0A21-4E8F-88BA-5FDCCBDE6414}"/>
                </a:ext>
              </a:extLst>
            </p:cNvPr>
            <p:cNvSpPr>
              <a:spLocks noChangeShapeType="1"/>
            </p:cNvSpPr>
            <p:nvPr/>
          </p:nvSpPr>
          <p:spPr bwMode="auto">
            <a:xfrm>
              <a:off x="5382" y="2858"/>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93" name="Line 453">
              <a:extLst>
                <a:ext uri="{FF2B5EF4-FFF2-40B4-BE49-F238E27FC236}">
                  <a16:creationId xmlns:a16="http://schemas.microsoft.com/office/drawing/2014/main" id="{DDEBC81A-FA91-47E1-A1ED-8A4D5E5E3327}"/>
                </a:ext>
              </a:extLst>
            </p:cNvPr>
            <p:cNvSpPr>
              <a:spLocks noChangeShapeType="1"/>
            </p:cNvSpPr>
            <p:nvPr/>
          </p:nvSpPr>
          <p:spPr bwMode="auto">
            <a:xfrm>
              <a:off x="5409" y="2858"/>
              <a:ext cx="5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094" name="Freeform 454">
              <a:extLst>
                <a:ext uri="{FF2B5EF4-FFF2-40B4-BE49-F238E27FC236}">
                  <a16:creationId xmlns:a16="http://schemas.microsoft.com/office/drawing/2014/main" id="{71782577-8C74-4419-A596-0FAC30A7EF52}"/>
                </a:ext>
              </a:extLst>
            </p:cNvPr>
            <p:cNvSpPr>
              <a:spLocks/>
            </p:cNvSpPr>
            <p:nvPr/>
          </p:nvSpPr>
          <p:spPr bwMode="auto">
            <a:xfrm>
              <a:off x="5451" y="2858"/>
              <a:ext cx="41" cy="1"/>
            </a:xfrm>
            <a:custGeom>
              <a:avLst/>
              <a:gdLst>
                <a:gd name="T0" fmla="*/ 0 w 41"/>
                <a:gd name="T1" fmla="*/ 0 h 1"/>
                <a:gd name="T2" fmla="*/ 27 w 41"/>
                <a:gd name="T3" fmla="*/ 0 h 1"/>
                <a:gd name="T4" fmla="*/ 41 w 41"/>
                <a:gd name="T5" fmla="*/ 0 h 1"/>
                <a:gd name="T6" fmla="*/ 0 60000 65536"/>
                <a:gd name="T7" fmla="*/ 0 60000 65536"/>
                <a:gd name="T8" fmla="*/ 0 60000 65536"/>
                <a:gd name="T9" fmla="*/ 0 w 41"/>
                <a:gd name="T10" fmla="*/ 0 h 1"/>
                <a:gd name="T11" fmla="*/ 41 w 41"/>
                <a:gd name="T12" fmla="*/ 1 h 1"/>
              </a:gdLst>
              <a:ahLst/>
              <a:cxnLst>
                <a:cxn ang="T6">
                  <a:pos x="T0" y="T1"/>
                </a:cxn>
                <a:cxn ang="T7">
                  <a:pos x="T2" y="T3"/>
                </a:cxn>
                <a:cxn ang="T8">
                  <a:pos x="T4" y="T5"/>
                </a:cxn>
              </a:cxnLst>
              <a:rect l="T9" t="T10" r="T11" b="T12"/>
              <a:pathLst>
                <a:path w="41" h="1">
                  <a:moveTo>
                    <a:pt x="0" y="0"/>
                  </a:moveTo>
                  <a:lnTo>
                    <a:pt x="27" y="0"/>
                  </a:lnTo>
                  <a:lnTo>
                    <a:pt x="41"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95" name="Rectangle 455">
              <a:extLst>
                <a:ext uri="{FF2B5EF4-FFF2-40B4-BE49-F238E27FC236}">
                  <a16:creationId xmlns:a16="http://schemas.microsoft.com/office/drawing/2014/main" id="{7FE0E8D6-99C5-46C5-8534-E3157420E31E}"/>
                </a:ext>
              </a:extLst>
            </p:cNvPr>
            <p:cNvSpPr>
              <a:spLocks noChangeArrowheads="1"/>
            </p:cNvSpPr>
            <p:nvPr/>
          </p:nvSpPr>
          <p:spPr bwMode="auto">
            <a:xfrm>
              <a:off x="5423" y="2748"/>
              <a:ext cx="28" cy="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96" name="Rectangle 456">
              <a:extLst>
                <a:ext uri="{FF2B5EF4-FFF2-40B4-BE49-F238E27FC236}">
                  <a16:creationId xmlns:a16="http://schemas.microsoft.com/office/drawing/2014/main" id="{26F87B22-9CE7-4837-A626-1518E700FECF}"/>
                </a:ext>
              </a:extLst>
            </p:cNvPr>
            <p:cNvSpPr>
              <a:spLocks noChangeArrowheads="1"/>
            </p:cNvSpPr>
            <p:nvPr/>
          </p:nvSpPr>
          <p:spPr bwMode="auto">
            <a:xfrm>
              <a:off x="5423" y="2748"/>
              <a:ext cx="42" cy="55"/>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97" name="Freeform 457">
              <a:extLst>
                <a:ext uri="{FF2B5EF4-FFF2-40B4-BE49-F238E27FC236}">
                  <a16:creationId xmlns:a16="http://schemas.microsoft.com/office/drawing/2014/main" id="{550817B5-D2DA-46DB-BD12-44E88F90B2E8}"/>
                </a:ext>
              </a:extLst>
            </p:cNvPr>
            <p:cNvSpPr>
              <a:spLocks/>
            </p:cNvSpPr>
            <p:nvPr/>
          </p:nvSpPr>
          <p:spPr bwMode="auto">
            <a:xfrm>
              <a:off x="4319" y="1064"/>
              <a:ext cx="42" cy="69"/>
            </a:xfrm>
            <a:custGeom>
              <a:avLst/>
              <a:gdLst>
                <a:gd name="T0" fmla="*/ 0 w 42"/>
                <a:gd name="T1" fmla="*/ 0 h 69"/>
                <a:gd name="T2" fmla="*/ 42 w 42"/>
                <a:gd name="T3" fmla="*/ 14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4"/>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098" name="AutoShape 458">
              <a:extLst>
                <a:ext uri="{FF2B5EF4-FFF2-40B4-BE49-F238E27FC236}">
                  <a16:creationId xmlns:a16="http://schemas.microsoft.com/office/drawing/2014/main" id="{510DAE9D-19CB-4613-B040-F62A5BA299EC}"/>
                </a:ext>
              </a:extLst>
            </p:cNvPr>
            <p:cNvSpPr>
              <a:spLocks noChangeArrowheads="1"/>
            </p:cNvSpPr>
            <p:nvPr/>
          </p:nvSpPr>
          <p:spPr bwMode="auto">
            <a:xfrm>
              <a:off x="4209" y="981"/>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099" name="AutoShape 459">
              <a:extLst>
                <a:ext uri="{FF2B5EF4-FFF2-40B4-BE49-F238E27FC236}">
                  <a16:creationId xmlns:a16="http://schemas.microsoft.com/office/drawing/2014/main" id="{1F4C3799-2C1B-4BE8-A7D2-DB8460A9CAC0}"/>
                </a:ext>
              </a:extLst>
            </p:cNvPr>
            <p:cNvSpPr>
              <a:spLocks noChangeArrowheads="1"/>
            </p:cNvSpPr>
            <p:nvPr/>
          </p:nvSpPr>
          <p:spPr bwMode="auto">
            <a:xfrm>
              <a:off x="4195" y="968"/>
              <a:ext cx="152" cy="96"/>
            </a:xfrm>
            <a:prstGeom prst="roundRect">
              <a:avLst>
                <a:gd name="adj" fmla="val 39065"/>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00" name="Rectangle 460">
              <a:extLst>
                <a:ext uri="{FF2B5EF4-FFF2-40B4-BE49-F238E27FC236}">
                  <a16:creationId xmlns:a16="http://schemas.microsoft.com/office/drawing/2014/main" id="{66981308-FD2A-432B-8010-701A09E5F26A}"/>
                </a:ext>
              </a:extLst>
            </p:cNvPr>
            <p:cNvSpPr>
              <a:spLocks noChangeArrowheads="1"/>
            </p:cNvSpPr>
            <p:nvPr/>
          </p:nvSpPr>
          <p:spPr bwMode="auto">
            <a:xfrm>
              <a:off x="4237" y="995"/>
              <a:ext cx="82"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01" name="Rectangle 461">
              <a:extLst>
                <a:ext uri="{FF2B5EF4-FFF2-40B4-BE49-F238E27FC236}">
                  <a16:creationId xmlns:a16="http://schemas.microsoft.com/office/drawing/2014/main" id="{86714DF2-157A-44C2-9BC4-AE2949C04E99}"/>
                </a:ext>
              </a:extLst>
            </p:cNvPr>
            <p:cNvSpPr>
              <a:spLocks noChangeArrowheads="1"/>
            </p:cNvSpPr>
            <p:nvPr/>
          </p:nvSpPr>
          <p:spPr bwMode="auto">
            <a:xfrm>
              <a:off x="4237" y="995"/>
              <a:ext cx="96"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02" name="Freeform 462">
              <a:extLst>
                <a:ext uri="{FF2B5EF4-FFF2-40B4-BE49-F238E27FC236}">
                  <a16:creationId xmlns:a16="http://schemas.microsoft.com/office/drawing/2014/main" id="{D22A5286-DCC7-4440-99BE-1944D7A2A03E}"/>
                </a:ext>
              </a:extLst>
            </p:cNvPr>
            <p:cNvSpPr>
              <a:spLocks/>
            </p:cNvSpPr>
            <p:nvPr/>
          </p:nvSpPr>
          <p:spPr bwMode="auto">
            <a:xfrm>
              <a:off x="4347" y="1119"/>
              <a:ext cx="28" cy="42"/>
            </a:xfrm>
            <a:custGeom>
              <a:avLst/>
              <a:gdLst>
                <a:gd name="T0" fmla="*/ 14 w 28"/>
                <a:gd name="T1" fmla="*/ 0 h 42"/>
                <a:gd name="T2" fmla="*/ 14 w 28"/>
                <a:gd name="T3" fmla="*/ 0 h 42"/>
                <a:gd name="T4" fmla="*/ 28 w 28"/>
                <a:gd name="T5" fmla="*/ 14 h 42"/>
                <a:gd name="T6" fmla="*/ 28 w 28"/>
                <a:gd name="T7" fmla="*/ 28 h 42"/>
                <a:gd name="T8" fmla="*/ 14 w 28"/>
                <a:gd name="T9" fmla="*/ 42 h 42"/>
                <a:gd name="T10" fmla="*/ 14 w 28"/>
                <a:gd name="T11" fmla="*/ 42 h 42"/>
                <a:gd name="T12" fmla="*/ 0 w 28"/>
                <a:gd name="T13" fmla="*/ 28 h 42"/>
                <a:gd name="T14" fmla="*/ 0 w 28"/>
                <a:gd name="T15" fmla="*/ 14 h 42"/>
                <a:gd name="T16" fmla="*/ 0 w 28"/>
                <a:gd name="T17" fmla="*/ 0 h 42"/>
                <a:gd name="T18" fmla="*/ 14 w 28"/>
                <a:gd name="T19" fmla="*/ 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42"/>
                <a:gd name="T32" fmla="*/ 28 w 28"/>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42">
                  <a:moveTo>
                    <a:pt x="14" y="0"/>
                  </a:moveTo>
                  <a:lnTo>
                    <a:pt x="14" y="0"/>
                  </a:lnTo>
                  <a:lnTo>
                    <a:pt x="28" y="14"/>
                  </a:lnTo>
                  <a:lnTo>
                    <a:pt x="28" y="28"/>
                  </a:lnTo>
                  <a:lnTo>
                    <a:pt x="14" y="42"/>
                  </a:lnTo>
                  <a:lnTo>
                    <a:pt x="0" y="28"/>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2215"/>
            </a:p>
          </p:txBody>
        </p:sp>
        <p:pic>
          <p:nvPicPr>
            <p:cNvPr id="36103" name="Picture 463">
              <a:extLst>
                <a:ext uri="{FF2B5EF4-FFF2-40B4-BE49-F238E27FC236}">
                  <a16:creationId xmlns:a16="http://schemas.microsoft.com/office/drawing/2014/main" id="{E898094A-A4C5-4253-88F3-C65ADA9CE8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7" y="995"/>
              <a:ext cx="69" cy="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104" name="Line 464">
              <a:extLst>
                <a:ext uri="{FF2B5EF4-FFF2-40B4-BE49-F238E27FC236}">
                  <a16:creationId xmlns:a16="http://schemas.microsoft.com/office/drawing/2014/main" id="{2D133DA3-7D85-4DD2-BBE4-00191141CF9B}"/>
                </a:ext>
              </a:extLst>
            </p:cNvPr>
            <p:cNvSpPr>
              <a:spLocks noChangeShapeType="1"/>
            </p:cNvSpPr>
            <p:nvPr/>
          </p:nvSpPr>
          <p:spPr bwMode="auto">
            <a:xfrm>
              <a:off x="4347" y="1133"/>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05" name="Freeform 465">
              <a:extLst>
                <a:ext uri="{FF2B5EF4-FFF2-40B4-BE49-F238E27FC236}">
                  <a16:creationId xmlns:a16="http://schemas.microsoft.com/office/drawing/2014/main" id="{F9545602-EDC1-4E88-B218-85893EA34FC5}"/>
                </a:ext>
              </a:extLst>
            </p:cNvPr>
            <p:cNvSpPr>
              <a:spLocks/>
            </p:cNvSpPr>
            <p:nvPr/>
          </p:nvSpPr>
          <p:spPr bwMode="auto">
            <a:xfrm>
              <a:off x="4361" y="11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06" name="Rectangle 466">
              <a:extLst>
                <a:ext uri="{FF2B5EF4-FFF2-40B4-BE49-F238E27FC236}">
                  <a16:creationId xmlns:a16="http://schemas.microsoft.com/office/drawing/2014/main" id="{5FC9147D-2D1F-420D-A5B8-B5902B842DB3}"/>
                </a:ext>
              </a:extLst>
            </p:cNvPr>
            <p:cNvSpPr>
              <a:spLocks noChangeArrowheads="1"/>
            </p:cNvSpPr>
            <p:nvPr/>
          </p:nvSpPr>
          <p:spPr bwMode="auto">
            <a:xfrm>
              <a:off x="4223" y="1050"/>
              <a:ext cx="96" cy="28"/>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07" name="Freeform 467">
              <a:extLst>
                <a:ext uri="{FF2B5EF4-FFF2-40B4-BE49-F238E27FC236}">
                  <a16:creationId xmlns:a16="http://schemas.microsoft.com/office/drawing/2014/main" id="{29D7F360-DB1F-4C70-9AA3-BC0E27540BED}"/>
                </a:ext>
              </a:extLst>
            </p:cNvPr>
            <p:cNvSpPr>
              <a:spLocks/>
            </p:cNvSpPr>
            <p:nvPr/>
          </p:nvSpPr>
          <p:spPr bwMode="auto">
            <a:xfrm>
              <a:off x="4209" y="1078"/>
              <a:ext cx="124" cy="28"/>
            </a:xfrm>
            <a:custGeom>
              <a:avLst/>
              <a:gdLst>
                <a:gd name="T0" fmla="*/ 14 w 124"/>
                <a:gd name="T1" fmla="*/ 0 h 28"/>
                <a:gd name="T2" fmla="*/ 0 w 124"/>
                <a:gd name="T3" fmla="*/ 28 h 28"/>
                <a:gd name="T4" fmla="*/ 124 w 124"/>
                <a:gd name="T5" fmla="*/ 28 h 28"/>
                <a:gd name="T6" fmla="*/ 124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08" name="Line 468">
              <a:extLst>
                <a:ext uri="{FF2B5EF4-FFF2-40B4-BE49-F238E27FC236}">
                  <a16:creationId xmlns:a16="http://schemas.microsoft.com/office/drawing/2014/main" id="{305AB9A7-146F-4E3B-B515-B65D8DC36CBC}"/>
                </a:ext>
              </a:extLst>
            </p:cNvPr>
            <p:cNvSpPr>
              <a:spLocks noChangeShapeType="1"/>
            </p:cNvSpPr>
            <p:nvPr/>
          </p:nvSpPr>
          <p:spPr bwMode="auto">
            <a:xfrm>
              <a:off x="4223" y="1092"/>
              <a:ext cx="1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09" name="Line 469">
              <a:extLst>
                <a:ext uri="{FF2B5EF4-FFF2-40B4-BE49-F238E27FC236}">
                  <a16:creationId xmlns:a16="http://schemas.microsoft.com/office/drawing/2014/main" id="{D4A257C6-4BED-438B-BF8F-6940DC18C090}"/>
                </a:ext>
              </a:extLst>
            </p:cNvPr>
            <p:cNvSpPr>
              <a:spLocks noChangeShapeType="1"/>
            </p:cNvSpPr>
            <p:nvPr/>
          </p:nvSpPr>
          <p:spPr bwMode="auto">
            <a:xfrm>
              <a:off x="4237" y="1078"/>
              <a:ext cx="8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10" name="Line 470">
              <a:extLst>
                <a:ext uri="{FF2B5EF4-FFF2-40B4-BE49-F238E27FC236}">
                  <a16:creationId xmlns:a16="http://schemas.microsoft.com/office/drawing/2014/main" id="{B982305E-4704-42F4-8589-0C2B7F9CC029}"/>
                </a:ext>
              </a:extLst>
            </p:cNvPr>
            <p:cNvSpPr>
              <a:spLocks noChangeShapeType="1"/>
            </p:cNvSpPr>
            <p:nvPr/>
          </p:nvSpPr>
          <p:spPr bwMode="auto">
            <a:xfrm>
              <a:off x="4223" y="109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11" name="Line 471">
              <a:extLst>
                <a:ext uri="{FF2B5EF4-FFF2-40B4-BE49-F238E27FC236}">
                  <a16:creationId xmlns:a16="http://schemas.microsoft.com/office/drawing/2014/main" id="{B09159BF-1673-4BAD-8C92-DECAA6A4C8EC}"/>
                </a:ext>
              </a:extLst>
            </p:cNvPr>
            <p:cNvSpPr>
              <a:spLocks noChangeShapeType="1"/>
            </p:cNvSpPr>
            <p:nvPr/>
          </p:nvSpPr>
          <p:spPr bwMode="auto">
            <a:xfrm>
              <a:off x="4250" y="1092"/>
              <a:ext cx="56"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12" name="Freeform 472">
              <a:extLst>
                <a:ext uri="{FF2B5EF4-FFF2-40B4-BE49-F238E27FC236}">
                  <a16:creationId xmlns:a16="http://schemas.microsoft.com/office/drawing/2014/main" id="{FAAB2E6C-D664-45B4-9C5F-F731072F27D1}"/>
                </a:ext>
              </a:extLst>
            </p:cNvPr>
            <p:cNvSpPr>
              <a:spLocks/>
            </p:cNvSpPr>
            <p:nvPr/>
          </p:nvSpPr>
          <p:spPr bwMode="auto">
            <a:xfrm>
              <a:off x="4292" y="1092"/>
              <a:ext cx="41" cy="1"/>
            </a:xfrm>
            <a:custGeom>
              <a:avLst/>
              <a:gdLst>
                <a:gd name="T0" fmla="*/ 0 w 41"/>
                <a:gd name="T1" fmla="*/ 0 h 1"/>
                <a:gd name="T2" fmla="*/ 27 w 41"/>
                <a:gd name="T3" fmla="*/ 0 h 1"/>
                <a:gd name="T4" fmla="*/ 41 w 41"/>
                <a:gd name="T5" fmla="*/ 0 h 1"/>
                <a:gd name="T6" fmla="*/ 0 60000 65536"/>
                <a:gd name="T7" fmla="*/ 0 60000 65536"/>
                <a:gd name="T8" fmla="*/ 0 60000 65536"/>
                <a:gd name="T9" fmla="*/ 0 w 41"/>
                <a:gd name="T10" fmla="*/ 0 h 1"/>
                <a:gd name="T11" fmla="*/ 41 w 41"/>
                <a:gd name="T12" fmla="*/ 1 h 1"/>
              </a:gdLst>
              <a:ahLst/>
              <a:cxnLst>
                <a:cxn ang="T6">
                  <a:pos x="T0" y="T1"/>
                </a:cxn>
                <a:cxn ang="T7">
                  <a:pos x="T2" y="T3"/>
                </a:cxn>
                <a:cxn ang="T8">
                  <a:pos x="T4" y="T5"/>
                </a:cxn>
              </a:cxnLst>
              <a:rect l="T9" t="T10" r="T11" b="T12"/>
              <a:pathLst>
                <a:path w="41" h="1">
                  <a:moveTo>
                    <a:pt x="0" y="0"/>
                  </a:moveTo>
                  <a:lnTo>
                    <a:pt x="27" y="0"/>
                  </a:lnTo>
                  <a:lnTo>
                    <a:pt x="41"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13" name="Rectangle 473">
              <a:extLst>
                <a:ext uri="{FF2B5EF4-FFF2-40B4-BE49-F238E27FC236}">
                  <a16:creationId xmlns:a16="http://schemas.microsoft.com/office/drawing/2014/main" id="{F5895097-BC85-4AF3-BE59-EE1A5B48F6CB}"/>
                </a:ext>
              </a:extLst>
            </p:cNvPr>
            <p:cNvSpPr>
              <a:spLocks noChangeArrowheads="1"/>
            </p:cNvSpPr>
            <p:nvPr/>
          </p:nvSpPr>
          <p:spPr bwMode="auto">
            <a:xfrm>
              <a:off x="4264" y="981"/>
              <a:ext cx="28"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14" name="Rectangle 474">
              <a:extLst>
                <a:ext uri="{FF2B5EF4-FFF2-40B4-BE49-F238E27FC236}">
                  <a16:creationId xmlns:a16="http://schemas.microsoft.com/office/drawing/2014/main" id="{8A243078-7595-41B4-A151-21E4A9CD65AC}"/>
                </a:ext>
              </a:extLst>
            </p:cNvPr>
            <p:cNvSpPr>
              <a:spLocks noChangeArrowheads="1"/>
            </p:cNvSpPr>
            <p:nvPr/>
          </p:nvSpPr>
          <p:spPr bwMode="auto">
            <a:xfrm>
              <a:off x="4264" y="981"/>
              <a:ext cx="42" cy="56"/>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15" name="Freeform 475">
              <a:extLst>
                <a:ext uri="{FF2B5EF4-FFF2-40B4-BE49-F238E27FC236}">
                  <a16:creationId xmlns:a16="http://schemas.microsoft.com/office/drawing/2014/main" id="{0A9697DF-2110-4627-9DB6-692C9001E0CF}"/>
                </a:ext>
              </a:extLst>
            </p:cNvPr>
            <p:cNvSpPr>
              <a:spLocks/>
            </p:cNvSpPr>
            <p:nvPr/>
          </p:nvSpPr>
          <p:spPr bwMode="auto">
            <a:xfrm>
              <a:off x="4678" y="1064"/>
              <a:ext cx="42" cy="69"/>
            </a:xfrm>
            <a:custGeom>
              <a:avLst/>
              <a:gdLst>
                <a:gd name="T0" fmla="*/ 0 w 42"/>
                <a:gd name="T1" fmla="*/ 0 h 69"/>
                <a:gd name="T2" fmla="*/ 42 w 42"/>
                <a:gd name="T3" fmla="*/ 14 h 69"/>
                <a:gd name="T4" fmla="*/ 42 w 42"/>
                <a:gd name="T5" fmla="*/ 69 h 69"/>
                <a:gd name="T6" fmla="*/ 0 60000 65536"/>
                <a:gd name="T7" fmla="*/ 0 60000 65536"/>
                <a:gd name="T8" fmla="*/ 0 60000 65536"/>
                <a:gd name="T9" fmla="*/ 0 w 42"/>
                <a:gd name="T10" fmla="*/ 0 h 69"/>
                <a:gd name="T11" fmla="*/ 42 w 42"/>
                <a:gd name="T12" fmla="*/ 69 h 69"/>
              </a:gdLst>
              <a:ahLst/>
              <a:cxnLst>
                <a:cxn ang="T6">
                  <a:pos x="T0" y="T1"/>
                </a:cxn>
                <a:cxn ang="T7">
                  <a:pos x="T2" y="T3"/>
                </a:cxn>
                <a:cxn ang="T8">
                  <a:pos x="T4" y="T5"/>
                </a:cxn>
              </a:cxnLst>
              <a:rect l="T9" t="T10" r="T11" b="T12"/>
              <a:pathLst>
                <a:path w="42" h="69">
                  <a:moveTo>
                    <a:pt x="0" y="0"/>
                  </a:moveTo>
                  <a:lnTo>
                    <a:pt x="42" y="14"/>
                  </a:lnTo>
                  <a:lnTo>
                    <a:pt x="42" y="69"/>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16" name="AutoShape 476">
              <a:extLst>
                <a:ext uri="{FF2B5EF4-FFF2-40B4-BE49-F238E27FC236}">
                  <a16:creationId xmlns:a16="http://schemas.microsoft.com/office/drawing/2014/main" id="{3C9774D4-C93C-4E30-92A0-F7662D279618}"/>
                </a:ext>
              </a:extLst>
            </p:cNvPr>
            <p:cNvSpPr>
              <a:spLocks noChangeArrowheads="1"/>
            </p:cNvSpPr>
            <p:nvPr/>
          </p:nvSpPr>
          <p:spPr bwMode="auto">
            <a:xfrm>
              <a:off x="4568" y="981"/>
              <a:ext cx="124" cy="69"/>
            </a:xfrm>
            <a:prstGeom prst="roundRect">
              <a:avLst>
                <a:gd name="adj" fmla="val 50000"/>
              </a:avLst>
            </a:prstGeom>
            <a:solidFill>
              <a:srgbClr val="CF924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17" name="AutoShape 477">
              <a:extLst>
                <a:ext uri="{FF2B5EF4-FFF2-40B4-BE49-F238E27FC236}">
                  <a16:creationId xmlns:a16="http://schemas.microsoft.com/office/drawing/2014/main" id="{5D4D7342-FAA3-4B3C-B714-DB8A08251876}"/>
                </a:ext>
              </a:extLst>
            </p:cNvPr>
            <p:cNvSpPr>
              <a:spLocks noChangeArrowheads="1"/>
            </p:cNvSpPr>
            <p:nvPr/>
          </p:nvSpPr>
          <p:spPr bwMode="auto">
            <a:xfrm>
              <a:off x="4554" y="968"/>
              <a:ext cx="152" cy="96"/>
            </a:xfrm>
            <a:prstGeom prst="roundRect">
              <a:avLst>
                <a:gd name="adj" fmla="val 39065"/>
              </a:avLst>
            </a:prstGeom>
            <a:noFill/>
            <a:ln w="53975">
              <a:solidFill>
                <a:srgbClr val="CF924C"/>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18" name="Rectangle 478">
              <a:extLst>
                <a:ext uri="{FF2B5EF4-FFF2-40B4-BE49-F238E27FC236}">
                  <a16:creationId xmlns:a16="http://schemas.microsoft.com/office/drawing/2014/main" id="{F762D0E6-054B-4961-BDED-0B02A5451C86}"/>
                </a:ext>
              </a:extLst>
            </p:cNvPr>
            <p:cNvSpPr>
              <a:spLocks noChangeArrowheads="1"/>
            </p:cNvSpPr>
            <p:nvPr/>
          </p:nvSpPr>
          <p:spPr bwMode="auto">
            <a:xfrm>
              <a:off x="4595" y="995"/>
              <a:ext cx="8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19" name="Rectangle 479">
              <a:extLst>
                <a:ext uri="{FF2B5EF4-FFF2-40B4-BE49-F238E27FC236}">
                  <a16:creationId xmlns:a16="http://schemas.microsoft.com/office/drawing/2014/main" id="{6912BDC7-D53D-461A-BC01-8822EA874719}"/>
                </a:ext>
              </a:extLst>
            </p:cNvPr>
            <p:cNvSpPr>
              <a:spLocks noChangeArrowheads="1"/>
            </p:cNvSpPr>
            <p:nvPr/>
          </p:nvSpPr>
          <p:spPr bwMode="auto">
            <a:xfrm>
              <a:off x="4595" y="995"/>
              <a:ext cx="97" cy="55"/>
            </a:xfrm>
            <a:prstGeom prst="rect">
              <a:avLst/>
            </a:prstGeom>
            <a:noFill/>
            <a:ln w="31750">
              <a:solidFill>
                <a:srgbClr val="CF924C"/>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20" name="Freeform 480">
              <a:extLst>
                <a:ext uri="{FF2B5EF4-FFF2-40B4-BE49-F238E27FC236}">
                  <a16:creationId xmlns:a16="http://schemas.microsoft.com/office/drawing/2014/main" id="{ED6F82DA-DC88-482D-9A6F-719E18F3FD9B}"/>
                </a:ext>
              </a:extLst>
            </p:cNvPr>
            <p:cNvSpPr>
              <a:spLocks/>
            </p:cNvSpPr>
            <p:nvPr/>
          </p:nvSpPr>
          <p:spPr bwMode="auto">
            <a:xfrm>
              <a:off x="4706" y="1119"/>
              <a:ext cx="27" cy="42"/>
            </a:xfrm>
            <a:custGeom>
              <a:avLst/>
              <a:gdLst>
                <a:gd name="T0" fmla="*/ 14 w 27"/>
                <a:gd name="T1" fmla="*/ 0 h 42"/>
                <a:gd name="T2" fmla="*/ 14 w 27"/>
                <a:gd name="T3" fmla="*/ 0 h 42"/>
                <a:gd name="T4" fmla="*/ 27 w 27"/>
                <a:gd name="T5" fmla="*/ 14 h 42"/>
                <a:gd name="T6" fmla="*/ 27 w 27"/>
                <a:gd name="T7" fmla="*/ 28 h 42"/>
                <a:gd name="T8" fmla="*/ 14 w 27"/>
                <a:gd name="T9" fmla="*/ 42 h 42"/>
                <a:gd name="T10" fmla="*/ 14 w 27"/>
                <a:gd name="T11" fmla="*/ 42 h 42"/>
                <a:gd name="T12" fmla="*/ 0 w 27"/>
                <a:gd name="T13" fmla="*/ 28 h 42"/>
                <a:gd name="T14" fmla="*/ 0 w 27"/>
                <a:gd name="T15" fmla="*/ 14 h 42"/>
                <a:gd name="T16" fmla="*/ 0 w 27"/>
                <a:gd name="T17" fmla="*/ 0 h 42"/>
                <a:gd name="T18" fmla="*/ 14 w 27"/>
                <a:gd name="T19" fmla="*/ 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42"/>
                <a:gd name="T32" fmla="*/ 27 w 27"/>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42">
                  <a:moveTo>
                    <a:pt x="14" y="0"/>
                  </a:moveTo>
                  <a:lnTo>
                    <a:pt x="14" y="0"/>
                  </a:lnTo>
                  <a:lnTo>
                    <a:pt x="27" y="14"/>
                  </a:lnTo>
                  <a:lnTo>
                    <a:pt x="27" y="28"/>
                  </a:lnTo>
                  <a:lnTo>
                    <a:pt x="14" y="42"/>
                  </a:lnTo>
                  <a:lnTo>
                    <a:pt x="0" y="28"/>
                  </a:lnTo>
                  <a:lnTo>
                    <a:pt x="0" y="14"/>
                  </a:lnTo>
                  <a:lnTo>
                    <a:pt x="0" y="0"/>
                  </a:lnTo>
                  <a:lnTo>
                    <a:pt x="14" y="0"/>
                  </a:lnTo>
                  <a:close/>
                </a:path>
              </a:pathLst>
            </a:custGeom>
            <a:solidFill>
              <a:srgbClr val="CF924C"/>
            </a:solidFill>
            <a:ln w="31750">
              <a:solidFill>
                <a:srgbClr val="CF924C"/>
              </a:solidFill>
              <a:prstDash val="solid"/>
              <a:round/>
              <a:headEnd/>
              <a:tailEnd/>
            </a:ln>
          </p:spPr>
          <p:txBody>
            <a:bodyPr/>
            <a:lstStyle/>
            <a:p>
              <a:endParaRPr lang="en-US" sz="2215"/>
            </a:p>
          </p:txBody>
        </p:sp>
        <p:pic>
          <p:nvPicPr>
            <p:cNvPr id="36121" name="Picture 481">
              <a:extLst>
                <a:ext uri="{FF2B5EF4-FFF2-40B4-BE49-F238E27FC236}">
                  <a16:creationId xmlns:a16="http://schemas.microsoft.com/office/drawing/2014/main" id="{9A697F7C-D8B5-4503-A2EB-7F8ADC070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5" y="995"/>
              <a:ext cx="69" cy="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122" name="Line 482">
              <a:extLst>
                <a:ext uri="{FF2B5EF4-FFF2-40B4-BE49-F238E27FC236}">
                  <a16:creationId xmlns:a16="http://schemas.microsoft.com/office/drawing/2014/main" id="{BF34CD92-B2C9-4BC8-9EC0-6F0438F3385C}"/>
                </a:ext>
              </a:extLst>
            </p:cNvPr>
            <p:cNvSpPr>
              <a:spLocks noChangeShapeType="1"/>
            </p:cNvSpPr>
            <p:nvPr/>
          </p:nvSpPr>
          <p:spPr bwMode="auto">
            <a:xfrm>
              <a:off x="4706" y="1133"/>
              <a:ext cx="1"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23" name="Freeform 483">
              <a:extLst>
                <a:ext uri="{FF2B5EF4-FFF2-40B4-BE49-F238E27FC236}">
                  <a16:creationId xmlns:a16="http://schemas.microsoft.com/office/drawing/2014/main" id="{320E925C-7DCD-4F21-9513-6D0FCB22EAFE}"/>
                </a:ext>
              </a:extLst>
            </p:cNvPr>
            <p:cNvSpPr>
              <a:spLocks/>
            </p:cNvSpPr>
            <p:nvPr/>
          </p:nvSpPr>
          <p:spPr bwMode="auto">
            <a:xfrm>
              <a:off x="4720" y="11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24" name="Rectangle 484">
              <a:extLst>
                <a:ext uri="{FF2B5EF4-FFF2-40B4-BE49-F238E27FC236}">
                  <a16:creationId xmlns:a16="http://schemas.microsoft.com/office/drawing/2014/main" id="{794F6AA3-2EF5-46E6-AA8A-93F08CFE7B79}"/>
                </a:ext>
              </a:extLst>
            </p:cNvPr>
            <p:cNvSpPr>
              <a:spLocks noChangeArrowheads="1"/>
            </p:cNvSpPr>
            <p:nvPr/>
          </p:nvSpPr>
          <p:spPr bwMode="auto">
            <a:xfrm>
              <a:off x="4582" y="1050"/>
              <a:ext cx="96" cy="28"/>
            </a:xfrm>
            <a:prstGeom prst="rect">
              <a:avLst/>
            </a:prstGeom>
            <a:solidFill>
              <a:srgbClr val="CF924C"/>
            </a:solidFill>
            <a:ln w="31750">
              <a:solidFill>
                <a:srgbClr val="CF924C"/>
              </a:solidFill>
              <a:miter lim="800000"/>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25" name="Freeform 485">
              <a:extLst>
                <a:ext uri="{FF2B5EF4-FFF2-40B4-BE49-F238E27FC236}">
                  <a16:creationId xmlns:a16="http://schemas.microsoft.com/office/drawing/2014/main" id="{E99A95FA-6886-4255-8F72-63EE8E72249D}"/>
                </a:ext>
              </a:extLst>
            </p:cNvPr>
            <p:cNvSpPr>
              <a:spLocks/>
            </p:cNvSpPr>
            <p:nvPr/>
          </p:nvSpPr>
          <p:spPr bwMode="auto">
            <a:xfrm>
              <a:off x="4568" y="1078"/>
              <a:ext cx="124" cy="28"/>
            </a:xfrm>
            <a:custGeom>
              <a:avLst/>
              <a:gdLst>
                <a:gd name="T0" fmla="*/ 14 w 124"/>
                <a:gd name="T1" fmla="*/ 0 h 28"/>
                <a:gd name="T2" fmla="*/ 0 w 124"/>
                <a:gd name="T3" fmla="*/ 28 h 28"/>
                <a:gd name="T4" fmla="*/ 124 w 124"/>
                <a:gd name="T5" fmla="*/ 28 h 28"/>
                <a:gd name="T6" fmla="*/ 124 w 124"/>
                <a:gd name="T7" fmla="*/ 0 h 28"/>
                <a:gd name="T8" fmla="*/ 14 w 124"/>
                <a:gd name="T9" fmla="*/ 0 h 28"/>
                <a:gd name="T10" fmla="*/ 0 60000 65536"/>
                <a:gd name="T11" fmla="*/ 0 60000 65536"/>
                <a:gd name="T12" fmla="*/ 0 60000 65536"/>
                <a:gd name="T13" fmla="*/ 0 60000 65536"/>
                <a:gd name="T14" fmla="*/ 0 60000 65536"/>
                <a:gd name="T15" fmla="*/ 0 w 124"/>
                <a:gd name="T16" fmla="*/ 0 h 28"/>
                <a:gd name="T17" fmla="*/ 124 w 124"/>
                <a:gd name="T18" fmla="*/ 28 h 28"/>
              </a:gdLst>
              <a:ahLst/>
              <a:cxnLst>
                <a:cxn ang="T10">
                  <a:pos x="T0" y="T1"/>
                </a:cxn>
                <a:cxn ang="T11">
                  <a:pos x="T2" y="T3"/>
                </a:cxn>
                <a:cxn ang="T12">
                  <a:pos x="T4" y="T5"/>
                </a:cxn>
                <a:cxn ang="T13">
                  <a:pos x="T6" y="T7"/>
                </a:cxn>
                <a:cxn ang="T14">
                  <a:pos x="T8" y="T9"/>
                </a:cxn>
              </a:cxnLst>
              <a:rect l="T15" t="T16" r="T17" b="T18"/>
              <a:pathLst>
                <a:path w="124" h="28">
                  <a:moveTo>
                    <a:pt x="14" y="0"/>
                  </a:moveTo>
                  <a:lnTo>
                    <a:pt x="0" y="28"/>
                  </a:lnTo>
                  <a:lnTo>
                    <a:pt x="124" y="28"/>
                  </a:lnTo>
                  <a:lnTo>
                    <a:pt x="124" y="0"/>
                  </a:lnTo>
                  <a:lnTo>
                    <a:pt x="14" y="0"/>
                  </a:lnTo>
                  <a:close/>
                </a:path>
              </a:pathLst>
            </a:custGeom>
            <a:noFill/>
            <a:ln w="31750">
              <a:solidFill>
                <a:srgbClr val="D9AA7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26" name="Line 486">
              <a:extLst>
                <a:ext uri="{FF2B5EF4-FFF2-40B4-BE49-F238E27FC236}">
                  <a16:creationId xmlns:a16="http://schemas.microsoft.com/office/drawing/2014/main" id="{A2EA0538-AD8A-467F-B1FB-FB3F1731D065}"/>
                </a:ext>
              </a:extLst>
            </p:cNvPr>
            <p:cNvSpPr>
              <a:spLocks noChangeShapeType="1"/>
            </p:cNvSpPr>
            <p:nvPr/>
          </p:nvSpPr>
          <p:spPr bwMode="auto">
            <a:xfrm>
              <a:off x="4582" y="1092"/>
              <a:ext cx="1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27" name="Line 487">
              <a:extLst>
                <a:ext uri="{FF2B5EF4-FFF2-40B4-BE49-F238E27FC236}">
                  <a16:creationId xmlns:a16="http://schemas.microsoft.com/office/drawing/2014/main" id="{C043D22F-A3AC-4B43-8579-0091BE692D26}"/>
                </a:ext>
              </a:extLst>
            </p:cNvPr>
            <p:cNvSpPr>
              <a:spLocks noChangeShapeType="1"/>
            </p:cNvSpPr>
            <p:nvPr/>
          </p:nvSpPr>
          <p:spPr bwMode="auto">
            <a:xfrm>
              <a:off x="4595" y="1078"/>
              <a:ext cx="83"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28" name="Line 488">
              <a:extLst>
                <a:ext uri="{FF2B5EF4-FFF2-40B4-BE49-F238E27FC236}">
                  <a16:creationId xmlns:a16="http://schemas.microsoft.com/office/drawing/2014/main" id="{FCB27A6C-45BF-4C5C-AC4A-571ABDED6273}"/>
                </a:ext>
              </a:extLst>
            </p:cNvPr>
            <p:cNvSpPr>
              <a:spLocks noChangeShapeType="1"/>
            </p:cNvSpPr>
            <p:nvPr/>
          </p:nvSpPr>
          <p:spPr bwMode="auto">
            <a:xfrm>
              <a:off x="4582" y="1092"/>
              <a:ext cx="69"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29" name="Line 489">
              <a:extLst>
                <a:ext uri="{FF2B5EF4-FFF2-40B4-BE49-F238E27FC236}">
                  <a16:creationId xmlns:a16="http://schemas.microsoft.com/office/drawing/2014/main" id="{11D73B54-0E0A-4C07-B37A-98238F86B5A1}"/>
                </a:ext>
              </a:extLst>
            </p:cNvPr>
            <p:cNvSpPr>
              <a:spLocks noChangeShapeType="1"/>
            </p:cNvSpPr>
            <p:nvPr/>
          </p:nvSpPr>
          <p:spPr bwMode="auto">
            <a:xfrm>
              <a:off x="4609" y="1092"/>
              <a:ext cx="55"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30" name="Freeform 490">
              <a:extLst>
                <a:ext uri="{FF2B5EF4-FFF2-40B4-BE49-F238E27FC236}">
                  <a16:creationId xmlns:a16="http://schemas.microsoft.com/office/drawing/2014/main" id="{69856D70-2BC5-48C8-A267-D5EC86C42751}"/>
                </a:ext>
              </a:extLst>
            </p:cNvPr>
            <p:cNvSpPr>
              <a:spLocks/>
            </p:cNvSpPr>
            <p:nvPr/>
          </p:nvSpPr>
          <p:spPr bwMode="auto">
            <a:xfrm>
              <a:off x="4651" y="1092"/>
              <a:ext cx="41" cy="1"/>
            </a:xfrm>
            <a:custGeom>
              <a:avLst/>
              <a:gdLst>
                <a:gd name="T0" fmla="*/ 0 w 41"/>
                <a:gd name="T1" fmla="*/ 0 h 1"/>
                <a:gd name="T2" fmla="*/ 27 w 41"/>
                <a:gd name="T3" fmla="*/ 0 h 1"/>
                <a:gd name="T4" fmla="*/ 41 w 41"/>
                <a:gd name="T5" fmla="*/ 0 h 1"/>
                <a:gd name="T6" fmla="*/ 0 60000 65536"/>
                <a:gd name="T7" fmla="*/ 0 60000 65536"/>
                <a:gd name="T8" fmla="*/ 0 60000 65536"/>
                <a:gd name="T9" fmla="*/ 0 w 41"/>
                <a:gd name="T10" fmla="*/ 0 h 1"/>
                <a:gd name="T11" fmla="*/ 41 w 41"/>
                <a:gd name="T12" fmla="*/ 1 h 1"/>
              </a:gdLst>
              <a:ahLst/>
              <a:cxnLst>
                <a:cxn ang="T6">
                  <a:pos x="T0" y="T1"/>
                </a:cxn>
                <a:cxn ang="T7">
                  <a:pos x="T2" y="T3"/>
                </a:cxn>
                <a:cxn ang="T8">
                  <a:pos x="T4" y="T5"/>
                </a:cxn>
              </a:cxnLst>
              <a:rect l="T9" t="T10" r="T11" b="T12"/>
              <a:pathLst>
                <a:path w="41" h="1">
                  <a:moveTo>
                    <a:pt x="0" y="0"/>
                  </a:moveTo>
                  <a:lnTo>
                    <a:pt x="27" y="0"/>
                  </a:lnTo>
                  <a:lnTo>
                    <a:pt x="41" y="0"/>
                  </a:lnTo>
                </a:path>
              </a:pathLst>
            </a:custGeom>
            <a:noFill/>
            <a:ln w="317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6131" name="Rectangle 491">
              <a:extLst>
                <a:ext uri="{FF2B5EF4-FFF2-40B4-BE49-F238E27FC236}">
                  <a16:creationId xmlns:a16="http://schemas.microsoft.com/office/drawing/2014/main" id="{D4EB6692-22F6-4A93-8730-4F5A12C83B38}"/>
                </a:ext>
              </a:extLst>
            </p:cNvPr>
            <p:cNvSpPr>
              <a:spLocks noChangeArrowheads="1"/>
            </p:cNvSpPr>
            <p:nvPr/>
          </p:nvSpPr>
          <p:spPr bwMode="auto">
            <a:xfrm>
              <a:off x="4623" y="981"/>
              <a:ext cx="28"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32" name="Rectangle 492">
              <a:extLst>
                <a:ext uri="{FF2B5EF4-FFF2-40B4-BE49-F238E27FC236}">
                  <a16:creationId xmlns:a16="http://schemas.microsoft.com/office/drawing/2014/main" id="{68D81D40-6161-4A43-B87F-40DB331C6075}"/>
                </a:ext>
              </a:extLst>
            </p:cNvPr>
            <p:cNvSpPr>
              <a:spLocks noChangeArrowheads="1"/>
            </p:cNvSpPr>
            <p:nvPr/>
          </p:nvSpPr>
          <p:spPr bwMode="auto">
            <a:xfrm>
              <a:off x="4623" y="981"/>
              <a:ext cx="41" cy="56"/>
            </a:xfrm>
            <a:prstGeom prst="rect">
              <a:avLst/>
            </a:prstGeom>
            <a:noFill/>
            <a:ln w="317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33" name="Rectangle 493">
              <a:extLst>
                <a:ext uri="{FF2B5EF4-FFF2-40B4-BE49-F238E27FC236}">
                  <a16:creationId xmlns:a16="http://schemas.microsoft.com/office/drawing/2014/main" id="{7D7F5DD8-03EB-4BBF-ADA0-F2730389E331}"/>
                </a:ext>
              </a:extLst>
            </p:cNvPr>
            <p:cNvSpPr>
              <a:spLocks noChangeArrowheads="1"/>
            </p:cNvSpPr>
            <p:nvPr/>
          </p:nvSpPr>
          <p:spPr bwMode="auto">
            <a:xfrm>
              <a:off x="1417" y="3416"/>
              <a:ext cx="69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292">
                  <a:solidFill>
                    <a:srgbClr val="000000"/>
                  </a:solidFill>
                  <a:latin typeface="Arial" panose="020B0604020202020204" pitchFamily="34" charset="0"/>
                </a:rPr>
                <a:t>network link:</a:t>
              </a:r>
              <a:endParaRPr lang="en-GB" altLang="en-US" sz="2215">
                <a:latin typeface="Times" panose="02020603050405020304" pitchFamily="18" charset="0"/>
              </a:endParaRPr>
            </a:p>
          </p:txBody>
        </p:sp>
        <p:sp>
          <p:nvSpPr>
            <p:cNvPr id="36134" name="Rectangle 494">
              <a:extLst>
                <a:ext uri="{FF2B5EF4-FFF2-40B4-BE49-F238E27FC236}">
                  <a16:creationId xmlns:a16="http://schemas.microsoft.com/office/drawing/2014/main" id="{99F0407A-DB2E-4F44-9343-8900FC7D9E7D}"/>
                </a:ext>
              </a:extLst>
            </p:cNvPr>
            <p:cNvSpPr>
              <a:spLocks noChangeArrowheads="1"/>
            </p:cNvSpPr>
            <p:nvPr/>
          </p:nvSpPr>
          <p:spPr bwMode="auto">
            <a:xfrm>
              <a:off x="2070" y="3451"/>
              <a:ext cx="249" cy="28"/>
            </a:xfrm>
            <a:prstGeom prst="rect">
              <a:avLst/>
            </a:prstGeom>
            <a:solidFill>
              <a:srgbClr val="FFD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35" name="Rectangle 495">
              <a:extLst>
                <a:ext uri="{FF2B5EF4-FFF2-40B4-BE49-F238E27FC236}">
                  <a16:creationId xmlns:a16="http://schemas.microsoft.com/office/drawing/2014/main" id="{497E3AF1-92A7-43D0-8A94-A498A38E4DCE}"/>
                </a:ext>
              </a:extLst>
            </p:cNvPr>
            <p:cNvSpPr>
              <a:spLocks noChangeArrowheads="1"/>
            </p:cNvSpPr>
            <p:nvPr/>
          </p:nvSpPr>
          <p:spPr bwMode="auto">
            <a:xfrm>
              <a:off x="2070" y="3451"/>
              <a:ext cx="263" cy="42"/>
            </a:xfrm>
            <a:prstGeom prst="rect">
              <a:avLst/>
            </a:prstGeom>
            <a:noFill/>
            <a:ln w="31750">
              <a:solidFill>
                <a:srgbClr val="FFDC99"/>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6136" name="Freeform 496">
              <a:extLst>
                <a:ext uri="{FF2B5EF4-FFF2-40B4-BE49-F238E27FC236}">
                  <a16:creationId xmlns:a16="http://schemas.microsoft.com/office/drawing/2014/main" id="{B14C2321-E6F2-42E0-80E7-DEA49EF0ACBC}"/>
                </a:ext>
              </a:extLst>
            </p:cNvPr>
            <p:cNvSpPr>
              <a:spLocks/>
            </p:cNvSpPr>
            <p:nvPr/>
          </p:nvSpPr>
          <p:spPr bwMode="auto">
            <a:xfrm>
              <a:off x="3188" y="1837"/>
              <a:ext cx="69" cy="83"/>
            </a:xfrm>
            <a:custGeom>
              <a:avLst/>
              <a:gdLst>
                <a:gd name="T0" fmla="*/ 28 w 69"/>
                <a:gd name="T1" fmla="*/ 69 h 83"/>
                <a:gd name="T2" fmla="*/ 0 w 69"/>
                <a:gd name="T3" fmla="*/ 83 h 83"/>
                <a:gd name="T4" fmla="*/ 0 w 69"/>
                <a:gd name="T5" fmla="*/ 0 h 83"/>
                <a:gd name="T6" fmla="*/ 69 w 69"/>
                <a:gd name="T7" fmla="*/ 55 h 83"/>
                <a:gd name="T8" fmla="*/ 28 w 69"/>
                <a:gd name="T9" fmla="*/ 69 h 83"/>
                <a:gd name="T10" fmla="*/ 0 60000 65536"/>
                <a:gd name="T11" fmla="*/ 0 60000 65536"/>
                <a:gd name="T12" fmla="*/ 0 60000 65536"/>
                <a:gd name="T13" fmla="*/ 0 60000 65536"/>
                <a:gd name="T14" fmla="*/ 0 60000 65536"/>
                <a:gd name="T15" fmla="*/ 0 w 69"/>
                <a:gd name="T16" fmla="*/ 0 h 83"/>
                <a:gd name="T17" fmla="*/ 69 w 69"/>
                <a:gd name="T18" fmla="*/ 83 h 83"/>
              </a:gdLst>
              <a:ahLst/>
              <a:cxnLst>
                <a:cxn ang="T10">
                  <a:pos x="T0" y="T1"/>
                </a:cxn>
                <a:cxn ang="T11">
                  <a:pos x="T2" y="T3"/>
                </a:cxn>
                <a:cxn ang="T12">
                  <a:pos x="T4" y="T5"/>
                </a:cxn>
                <a:cxn ang="T13">
                  <a:pos x="T6" y="T7"/>
                </a:cxn>
                <a:cxn ang="T14">
                  <a:pos x="T8" y="T9"/>
                </a:cxn>
              </a:cxnLst>
              <a:rect l="T15" t="T16" r="T17" b="T18"/>
              <a:pathLst>
                <a:path w="69" h="83">
                  <a:moveTo>
                    <a:pt x="28" y="69"/>
                  </a:moveTo>
                  <a:lnTo>
                    <a:pt x="0" y="83"/>
                  </a:lnTo>
                  <a:lnTo>
                    <a:pt x="0" y="0"/>
                  </a:lnTo>
                  <a:lnTo>
                    <a:pt x="69" y="55"/>
                  </a:lnTo>
                  <a:lnTo>
                    <a:pt x="28" y="69"/>
                  </a:lnTo>
                  <a:close/>
                </a:path>
              </a:pathLst>
            </a:custGeom>
            <a:solidFill>
              <a:srgbClr val="000000"/>
            </a:solidFill>
            <a:ln w="31750">
              <a:solidFill>
                <a:srgbClr val="000000"/>
              </a:solidFill>
              <a:prstDash val="solid"/>
              <a:round/>
              <a:headEnd/>
              <a:tailEnd/>
            </a:ln>
          </p:spPr>
          <p:txBody>
            <a:bodyPr/>
            <a:lstStyle/>
            <a:p>
              <a:endParaRPr lang="en-US" sz="2215"/>
            </a:p>
          </p:txBody>
        </p:sp>
        <p:sp>
          <p:nvSpPr>
            <p:cNvPr id="36137" name="Line 497">
              <a:extLst>
                <a:ext uri="{FF2B5EF4-FFF2-40B4-BE49-F238E27FC236}">
                  <a16:creationId xmlns:a16="http://schemas.microsoft.com/office/drawing/2014/main" id="{0B0A9316-6F57-47AA-ACC1-DCF66D791E42}"/>
                </a:ext>
              </a:extLst>
            </p:cNvPr>
            <p:cNvSpPr>
              <a:spLocks noChangeShapeType="1"/>
            </p:cNvSpPr>
            <p:nvPr/>
          </p:nvSpPr>
          <p:spPr bwMode="auto">
            <a:xfrm flipH="1" flipV="1">
              <a:off x="3216" y="1906"/>
              <a:ext cx="110" cy="26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38" name="Freeform 498">
              <a:extLst>
                <a:ext uri="{FF2B5EF4-FFF2-40B4-BE49-F238E27FC236}">
                  <a16:creationId xmlns:a16="http://schemas.microsoft.com/office/drawing/2014/main" id="{69205D68-F81D-4C02-B6E2-C1321EC38414}"/>
                </a:ext>
              </a:extLst>
            </p:cNvPr>
            <p:cNvSpPr>
              <a:spLocks/>
            </p:cNvSpPr>
            <p:nvPr/>
          </p:nvSpPr>
          <p:spPr bwMode="auto">
            <a:xfrm>
              <a:off x="3519" y="2527"/>
              <a:ext cx="69" cy="83"/>
            </a:xfrm>
            <a:custGeom>
              <a:avLst/>
              <a:gdLst>
                <a:gd name="T0" fmla="*/ 42 w 69"/>
                <a:gd name="T1" fmla="*/ 27 h 83"/>
                <a:gd name="T2" fmla="*/ 69 w 69"/>
                <a:gd name="T3" fmla="*/ 0 h 83"/>
                <a:gd name="T4" fmla="*/ 69 w 69"/>
                <a:gd name="T5" fmla="*/ 83 h 83"/>
                <a:gd name="T6" fmla="*/ 0 w 69"/>
                <a:gd name="T7" fmla="*/ 41 h 83"/>
                <a:gd name="T8" fmla="*/ 42 w 69"/>
                <a:gd name="T9" fmla="*/ 27 h 83"/>
                <a:gd name="T10" fmla="*/ 0 60000 65536"/>
                <a:gd name="T11" fmla="*/ 0 60000 65536"/>
                <a:gd name="T12" fmla="*/ 0 60000 65536"/>
                <a:gd name="T13" fmla="*/ 0 60000 65536"/>
                <a:gd name="T14" fmla="*/ 0 60000 65536"/>
                <a:gd name="T15" fmla="*/ 0 w 69"/>
                <a:gd name="T16" fmla="*/ 0 h 83"/>
                <a:gd name="T17" fmla="*/ 69 w 69"/>
                <a:gd name="T18" fmla="*/ 83 h 83"/>
              </a:gdLst>
              <a:ahLst/>
              <a:cxnLst>
                <a:cxn ang="T10">
                  <a:pos x="T0" y="T1"/>
                </a:cxn>
                <a:cxn ang="T11">
                  <a:pos x="T2" y="T3"/>
                </a:cxn>
                <a:cxn ang="T12">
                  <a:pos x="T4" y="T5"/>
                </a:cxn>
                <a:cxn ang="T13">
                  <a:pos x="T6" y="T7"/>
                </a:cxn>
                <a:cxn ang="T14">
                  <a:pos x="T8" y="T9"/>
                </a:cxn>
              </a:cxnLst>
              <a:rect l="T15" t="T16" r="T17" b="T18"/>
              <a:pathLst>
                <a:path w="69" h="83">
                  <a:moveTo>
                    <a:pt x="42" y="27"/>
                  </a:moveTo>
                  <a:lnTo>
                    <a:pt x="69" y="0"/>
                  </a:lnTo>
                  <a:lnTo>
                    <a:pt x="69" y="83"/>
                  </a:lnTo>
                  <a:lnTo>
                    <a:pt x="0" y="41"/>
                  </a:lnTo>
                  <a:lnTo>
                    <a:pt x="42" y="27"/>
                  </a:lnTo>
                  <a:close/>
                </a:path>
              </a:pathLst>
            </a:custGeom>
            <a:solidFill>
              <a:srgbClr val="000000"/>
            </a:solidFill>
            <a:ln w="31750">
              <a:solidFill>
                <a:srgbClr val="000000"/>
              </a:solidFill>
              <a:prstDash val="solid"/>
              <a:round/>
              <a:headEnd/>
              <a:tailEnd/>
            </a:ln>
          </p:spPr>
          <p:txBody>
            <a:bodyPr/>
            <a:lstStyle/>
            <a:p>
              <a:endParaRPr lang="en-US" sz="2215"/>
            </a:p>
          </p:txBody>
        </p:sp>
        <p:sp>
          <p:nvSpPr>
            <p:cNvPr id="36139" name="Line 499">
              <a:extLst>
                <a:ext uri="{FF2B5EF4-FFF2-40B4-BE49-F238E27FC236}">
                  <a16:creationId xmlns:a16="http://schemas.microsoft.com/office/drawing/2014/main" id="{23F3CD06-2F06-4B02-86AA-189A2AF79623}"/>
                </a:ext>
              </a:extLst>
            </p:cNvPr>
            <p:cNvSpPr>
              <a:spLocks noChangeShapeType="1"/>
            </p:cNvSpPr>
            <p:nvPr/>
          </p:nvSpPr>
          <p:spPr bwMode="auto">
            <a:xfrm>
              <a:off x="3423" y="2361"/>
              <a:ext cx="124" cy="18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40" name="Freeform 500">
              <a:extLst>
                <a:ext uri="{FF2B5EF4-FFF2-40B4-BE49-F238E27FC236}">
                  <a16:creationId xmlns:a16="http://schemas.microsoft.com/office/drawing/2014/main" id="{EFE33A6B-768C-4317-9138-76EF117FBB06}"/>
                </a:ext>
              </a:extLst>
            </p:cNvPr>
            <p:cNvSpPr>
              <a:spLocks/>
            </p:cNvSpPr>
            <p:nvPr/>
          </p:nvSpPr>
          <p:spPr bwMode="auto">
            <a:xfrm>
              <a:off x="2953" y="2485"/>
              <a:ext cx="69" cy="69"/>
            </a:xfrm>
            <a:custGeom>
              <a:avLst/>
              <a:gdLst>
                <a:gd name="T0" fmla="*/ 42 w 69"/>
                <a:gd name="T1" fmla="*/ 28 h 69"/>
                <a:gd name="T2" fmla="*/ 69 w 69"/>
                <a:gd name="T3" fmla="*/ 56 h 69"/>
                <a:gd name="T4" fmla="*/ 0 w 69"/>
                <a:gd name="T5" fmla="*/ 69 h 69"/>
                <a:gd name="T6" fmla="*/ 28 w 69"/>
                <a:gd name="T7" fmla="*/ 0 h 69"/>
                <a:gd name="T8" fmla="*/ 42 w 69"/>
                <a:gd name="T9" fmla="*/ 28 h 69"/>
                <a:gd name="T10" fmla="*/ 0 60000 65536"/>
                <a:gd name="T11" fmla="*/ 0 60000 65536"/>
                <a:gd name="T12" fmla="*/ 0 60000 65536"/>
                <a:gd name="T13" fmla="*/ 0 60000 65536"/>
                <a:gd name="T14" fmla="*/ 0 60000 65536"/>
                <a:gd name="T15" fmla="*/ 0 w 69"/>
                <a:gd name="T16" fmla="*/ 0 h 69"/>
                <a:gd name="T17" fmla="*/ 69 w 69"/>
                <a:gd name="T18" fmla="*/ 69 h 69"/>
              </a:gdLst>
              <a:ahLst/>
              <a:cxnLst>
                <a:cxn ang="T10">
                  <a:pos x="T0" y="T1"/>
                </a:cxn>
                <a:cxn ang="T11">
                  <a:pos x="T2" y="T3"/>
                </a:cxn>
                <a:cxn ang="T12">
                  <a:pos x="T4" y="T5"/>
                </a:cxn>
                <a:cxn ang="T13">
                  <a:pos x="T6" y="T7"/>
                </a:cxn>
                <a:cxn ang="T14">
                  <a:pos x="T8" y="T9"/>
                </a:cxn>
              </a:cxnLst>
              <a:rect l="T15" t="T16" r="T17" b="T18"/>
              <a:pathLst>
                <a:path w="69" h="69">
                  <a:moveTo>
                    <a:pt x="42" y="28"/>
                  </a:moveTo>
                  <a:lnTo>
                    <a:pt x="69" y="56"/>
                  </a:lnTo>
                  <a:lnTo>
                    <a:pt x="0" y="69"/>
                  </a:lnTo>
                  <a:lnTo>
                    <a:pt x="28" y="0"/>
                  </a:lnTo>
                  <a:lnTo>
                    <a:pt x="42" y="28"/>
                  </a:lnTo>
                  <a:close/>
                </a:path>
              </a:pathLst>
            </a:custGeom>
            <a:solidFill>
              <a:srgbClr val="000000"/>
            </a:solidFill>
            <a:ln w="31750">
              <a:solidFill>
                <a:srgbClr val="000000"/>
              </a:solidFill>
              <a:prstDash val="solid"/>
              <a:round/>
              <a:headEnd/>
              <a:tailEnd/>
            </a:ln>
          </p:spPr>
          <p:txBody>
            <a:bodyPr/>
            <a:lstStyle/>
            <a:p>
              <a:endParaRPr lang="en-US" sz="2215"/>
            </a:p>
          </p:txBody>
        </p:sp>
        <p:sp>
          <p:nvSpPr>
            <p:cNvPr id="36141" name="Line 501">
              <a:extLst>
                <a:ext uri="{FF2B5EF4-FFF2-40B4-BE49-F238E27FC236}">
                  <a16:creationId xmlns:a16="http://schemas.microsoft.com/office/drawing/2014/main" id="{0DC5326F-54DC-4A86-B38D-087CC919E906}"/>
                </a:ext>
              </a:extLst>
            </p:cNvPr>
            <p:cNvSpPr>
              <a:spLocks noChangeShapeType="1"/>
            </p:cNvSpPr>
            <p:nvPr/>
          </p:nvSpPr>
          <p:spPr bwMode="auto">
            <a:xfrm flipH="1">
              <a:off x="3009" y="2347"/>
              <a:ext cx="179" cy="152"/>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42" name="Freeform 502">
              <a:extLst>
                <a:ext uri="{FF2B5EF4-FFF2-40B4-BE49-F238E27FC236}">
                  <a16:creationId xmlns:a16="http://schemas.microsoft.com/office/drawing/2014/main" id="{0E8C2009-2852-4D26-AE96-54AEBCA306C0}"/>
                </a:ext>
              </a:extLst>
            </p:cNvPr>
            <p:cNvSpPr>
              <a:spLocks/>
            </p:cNvSpPr>
            <p:nvPr/>
          </p:nvSpPr>
          <p:spPr bwMode="auto">
            <a:xfrm>
              <a:off x="2746" y="2513"/>
              <a:ext cx="69" cy="83"/>
            </a:xfrm>
            <a:custGeom>
              <a:avLst/>
              <a:gdLst>
                <a:gd name="T0" fmla="*/ 42 w 69"/>
                <a:gd name="T1" fmla="*/ 55 h 83"/>
                <a:gd name="T2" fmla="*/ 0 w 69"/>
                <a:gd name="T3" fmla="*/ 41 h 83"/>
                <a:gd name="T4" fmla="*/ 69 w 69"/>
                <a:gd name="T5" fmla="*/ 0 h 83"/>
                <a:gd name="T6" fmla="*/ 69 w 69"/>
                <a:gd name="T7" fmla="*/ 83 h 83"/>
                <a:gd name="T8" fmla="*/ 42 w 69"/>
                <a:gd name="T9" fmla="*/ 55 h 83"/>
                <a:gd name="T10" fmla="*/ 0 60000 65536"/>
                <a:gd name="T11" fmla="*/ 0 60000 65536"/>
                <a:gd name="T12" fmla="*/ 0 60000 65536"/>
                <a:gd name="T13" fmla="*/ 0 60000 65536"/>
                <a:gd name="T14" fmla="*/ 0 60000 65536"/>
                <a:gd name="T15" fmla="*/ 0 w 69"/>
                <a:gd name="T16" fmla="*/ 0 h 83"/>
                <a:gd name="T17" fmla="*/ 69 w 69"/>
                <a:gd name="T18" fmla="*/ 83 h 83"/>
              </a:gdLst>
              <a:ahLst/>
              <a:cxnLst>
                <a:cxn ang="T10">
                  <a:pos x="T0" y="T1"/>
                </a:cxn>
                <a:cxn ang="T11">
                  <a:pos x="T2" y="T3"/>
                </a:cxn>
                <a:cxn ang="T12">
                  <a:pos x="T4" y="T5"/>
                </a:cxn>
                <a:cxn ang="T13">
                  <a:pos x="T6" y="T7"/>
                </a:cxn>
                <a:cxn ang="T14">
                  <a:pos x="T8" y="T9"/>
                </a:cxn>
              </a:cxnLst>
              <a:rect l="T15" t="T16" r="T17" b="T18"/>
              <a:pathLst>
                <a:path w="69" h="83">
                  <a:moveTo>
                    <a:pt x="42" y="55"/>
                  </a:moveTo>
                  <a:lnTo>
                    <a:pt x="0" y="41"/>
                  </a:lnTo>
                  <a:lnTo>
                    <a:pt x="69" y="0"/>
                  </a:lnTo>
                  <a:lnTo>
                    <a:pt x="69" y="83"/>
                  </a:lnTo>
                  <a:lnTo>
                    <a:pt x="42" y="55"/>
                  </a:lnTo>
                  <a:close/>
                </a:path>
              </a:pathLst>
            </a:custGeom>
            <a:solidFill>
              <a:srgbClr val="000000"/>
            </a:solidFill>
            <a:ln w="31750">
              <a:solidFill>
                <a:srgbClr val="000000"/>
              </a:solidFill>
              <a:prstDash val="solid"/>
              <a:round/>
              <a:headEnd/>
              <a:tailEnd/>
            </a:ln>
          </p:spPr>
          <p:txBody>
            <a:bodyPr/>
            <a:lstStyle/>
            <a:p>
              <a:endParaRPr lang="en-US" sz="2215"/>
            </a:p>
          </p:txBody>
        </p:sp>
        <p:sp>
          <p:nvSpPr>
            <p:cNvPr id="36143" name="Line 503">
              <a:extLst>
                <a:ext uri="{FF2B5EF4-FFF2-40B4-BE49-F238E27FC236}">
                  <a16:creationId xmlns:a16="http://schemas.microsoft.com/office/drawing/2014/main" id="{CC311EDC-3CBA-4308-BAF6-22B720E94C7D}"/>
                </a:ext>
              </a:extLst>
            </p:cNvPr>
            <p:cNvSpPr>
              <a:spLocks noChangeShapeType="1"/>
            </p:cNvSpPr>
            <p:nvPr/>
          </p:nvSpPr>
          <p:spPr bwMode="auto">
            <a:xfrm flipV="1">
              <a:off x="2664" y="2582"/>
              <a:ext cx="110" cy="22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6144" name="Rectangle 504">
              <a:extLst>
                <a:ext uri="{FF2B5EF4-FFF2-40B4-BE49-F238E27FC236}">
                  <a16:creationId xmlns:a16="http://schemas.microsoft.com/office/drawing/2014/main" id="{B976612E-614E-42CB-8AAA-A0669A577653}"/>
                </a:ext>
              </a:extLst>
            </p:cNvPr>
            <p:cNvSpPr>
              <a:spLocks noChangeArrowheads="1"/>
            </p:cNvSpPr>
            <p:nvPr/>
          </p:nvSpPr>
          <p:spPr bwMode="auto">
            <a:xfrm>
              <a:off x="2286" y="1333"/>
              <a:ext cx="1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292">
                  <a:solidFill>
                    <a:srgbClr val="000000"/>
                  </a:solidFill>
                  <a:latin typeface="Zapf Dingbats" charset="2"/>
                </a:rPr>
                <a:t>%</a:t>
              </a:r>
              <a:endParaRPr lang="en-GB" altLang="en-US" sz="2215">
                <a:latin typeface="Zapf Dingbats" charset="2"/>
              </a:endParaRPr>
            </a:p>
          </p:txBody>
        </p:sp>
        <p:sp>
          <p:nvSpPr>
            <p:cNvPr id="36145" name="Rectangle 505">
              <a:extLst>
                <a:ext uri="{FF2B5EF4-FFF2-40B4-BE49-F238E27FC236}">
                  <a16:creationId xmlns:a16="http://schemas.microsoft.com/office/drawing/2014/main" id="{9849A95F-8C77-43D7-B2D7-510C0074702A}"/>
                </a:ext>
              </a:extLst>
            </p:cNvPr>
            <p:cNvSpPr>
              <a:spLocks noChangeArrowheads="1"/>
            </p:cNvSpPr>
            <p:nvPr/>
          </p:nvSpPr>
          <p:spPr bwMode="auto">
            <a:xfrm>
              <a:off x="696" y="1754"/>
              <a:ext cx="1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292">
                  <a:solidFill>
                    <a:srgbClr val="000000"/>
                  </a:solidFill>
                  <a:latin typeface="Zapf Dingbats" charset="2"/>
                </a:rPr>
                <a:t>%</a:t>
              </a:r>
              <a:endParaRPr lang="en-GB" altLang="en-US" sz="2215">
                <a:latin typeface="Zapf Dingbats" charset="2"/>
              </a:endParaRPr>
            </a:p>
          </p:txBody>
        </p:sp>
        <p:sp>
          <p:nvSpPr>
            <p:cNvPr id="36146" name="Rectangle 506">
              <a:extLst>
                <a:ext uri="{FF2B5EF4-FFF2-40B4-BE49-F238E27FC236}">
                  <a16:creationId xmlns:a16="http://schemas.microsoft.com/office/drawing/2014/main" id="{C309DD43-DE7A-47B9-9532-6472B4A0FD64}"/>
                </a:ext>
              </a:extLst>
            </p:cNvPr>
            <p:cNvSpPr>
              <a:spLocks noChangeArrowheads="1"/>
            </p:cNvSpPr>
            <p:nvPr/>
          </p:nvSpPr>
          <p:spPr bwMode="auto">
            <a:xfrm>
              <a:off x="592" y="1534"/>
              <a:ext cx="1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292">
                  <a:solidFill>
                    <a:srgbClr val="000000"/>
                  </a:solidFill>
                  <a:latin typeface="Zapf Dingbats" charset="2"/>
                </a:rPr>
                <a:t>%</a:t>
              </a:r>
              <a:endParaRPr lang="en-GB" altLang="en-US" sz="2215">
                <a:latin typeface="Zapf Dingbats" charset="2"/>
              </a:endParaRPr>
            </a:p>
          </p:txBody>
        </p:sp>
      </p:grpSp>
      <p:sp>
        <p:nvSpPr>
          <p:cNvPr id="35843" name="Slide Number Placeholder 506">
            <a:extLst>
              <a:ext uri="{FF2B5EF4-FFF2-40B4-BE49-F238E27FC236}">
                <a16:creationId xmlns:a16="http://schemas.microsoft.com/office/drawing/2014/main" id="{DF1D4379-ADEC-45A4-B540-00835F4F7F1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15">
                <a:solidFill>
                  <a:schemeClr val="tx1"/>
                </a:solidFill>
                <a:latin typeface="Times New Roman" panose="02020603050405020304" pitchFamily="18" charset="0"/>
                <a:ea typeface="ＭＳ Ｐゴシック" panose="020B0600070205080204" pitchFamily="34" charset="-128"/>
              </a:defRPr>
            </a:lvl1pPr>
            <a:lvl2pPr marL="685817" indent="-263776">
              <a:defRPr sz="2215">
                <a:solidFill>
                  <a:schemeClr val="tx1"/>
                </a:solidFill>
                <a:latin typeface="Times New Roman" panose="02020603050405020304" pitchFamily="18" charset="0"/>
                <a:ea typeface="ＭＳ Ｐゴシック" panose="020B0600070205080204" pitchFamily="34" charset="-128"/>
              </a:defRPr>
            </a:lvl2pPr>
            <a:lvl3pPr marL="1055103" indent="-211021">
              <a:defRPr sz="2215">
                <a:solidFill>
                  <a:schemeClr val="tx1"/>
                </a:solidFill>
                <a:latin typeface="Times New Roman" panose="02020603050405020304" pitchFamily="18" charset="0"/>
                <a:ea typeface="ＭＳ Ｐゴシック" panose="020B0600070205080204" pitchFamily="34" charset="-128"/>
              </a:defRPr>
            </a:lvl3pPr>
            <a:lvl4pPr marL="1477145" indent="-211021">
              <a:defRPr sz="2215">
                <a:solidFill>
                  <a:schemeClr val="tx1"/>
                </a:solidFill>
                <a:latin typeface="Times New Roman" panose="02020603050405020304" pitchFamily="18" charset="0"/>
                <a:ea typeface="ＭＳ Ｐゴシック" panose="020B0600070205080204" pitchFamily="34" charset="-128"/>
              </a:defRPr>
            </a:lvl4pPr>
            <a:lvl5pPr marL="1899186" indent="-211021">
              <a:defRPr sz="2215">
                <a:solidFill>
                  <a:schemeClr val="tx1"/>
                </a:solidFill>
                <a:latin typeface="Times New Roman" panose="02020603050405020304" pitchFamily="18" charset="0"/>
                <a:ea typeface="ＭＳ Ｐゴシック" panose="020B0600070205080204" pitchFamily="34" charset="-128"/>
              </a:defRPr>
            </a:lvl5pPr>
            <a:lvl6pPr marL="2321227"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6pPr>
            <a:lvl7pPr marL="2743269"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7pPr>
            <a:lvl8pPr marL="3165310"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8pPr>
            <a:lvl9pPr marL="3587351"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9pPr>
          </a:lstStyle>
          <a:p>
            <a:fld id="{B85A2ED3-BD35-4F4C-B45D-CBBBD31EF357}" type="slidenum">
              <a:rPr lang="en-US" altLang="en-US" sz="1292">
                <a:solidFill>
                  <a:srgbClr val="FFFFFF"/>
                </a:solidFill>
              </a:rPr>
              <a:pPr/>
              <a:t>25</a:t>
            </a:fld>
            <a:endParaRPr lang="en-US" altLang="en-US" sz="1292">
              <a:solidFill>
                <a:srgbClr val="FFFFFF"/>
              </a:solidFill>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38EA38E-ECE5-4B61-B870-75FDA97C5254}"/>
              </a:ext>
            </a:extLst>
          </p:cNvPr>
          <p:cNvSpPr>
            <a:spLocks noGrp="1" noChangeArrowheads="1"/>
          </p:cNvSpPr>
          <p:nvPr>
            <p:ph type="title"/>
          </p:nvPr>
        </p:nvSpPr>
        <p:spPr/>
        <p:txBody>
          <a:bodyPr/>
          <a:lstStyle/>
          <a:p>
            <a:pPr eaLnBrk="1" fontAlgn="auto" hangingPunct="1">
              <a:spcAft>
                <a:spcPts val="0"/>
              </a:spcAft>
              <a:defRPr/>
            </a:pPr>
            <a:r>
              <a:rPr lang="en-US" altLang="zh-TW">
                <a:ea typeface="+mj-ea"/>
                <a:cs typeface="+mj-cs"/>
              </a:rPr>
              <a:t>2.4.1 World-Wide-Web</a:t>
            </a:r>
          </a:p>
        </p:txBody>
      </p:sp>
      <p:sp>
        <p:nvSpPr>
          <p:cNvPr id="37890" name="Content Placeholder 3">
            <a:extLst>
              <a:ext uri="{FF2B5EF4-FFF2-40B4-BE49-F238E27FC236}">
                <a16:creationId xmlns:a16="http://schemas.microsoft.com/office/drawing/2014/main" id="{6C35E587-4842-4F2C-B150-651AECDDC8AB}"/>
              </a:ext>
            </a:extLst>
          </p:cNvPr>
          <p:cNvSpPr>
            <a:spLocks noGrp="1"/>
          </p:cNvSpPr>
          <p:nvPr>
            <p:ph sz="quarter" idx="1"/>
          </p:nvPr>
        </p:nvSpPr>
        <p:spPr>
          <a:xfrm>
            <a:off x="457200" y="1740877"/>
            <a:ext cx="7467600" cy="4498731"/>
          </a:xfrm>
        </p:spPr>
        <p:txBody>
          <a:bodyPr/>
          <a:lstStyle/>
          <a:p>
            <a:pPr eaLnBrk="1" hangingPunct="1"/>
            <a:endParaRPr lang="sv-SE" altLang="en-US">
              <a:ea typeface="ＭＳ Ｐゴシック" panose="020B0600070205080204" pitchFamily="34" charset="-128"/>
            </a:endParaRPr>
          </a:p>
        </p:txBody>
      </p:sp>
      <p:pic>
        <p:nvPicPr>
          <p:cNvPr id="37891" name="Picture 15">
            <a:extLst>
              <a:ext uri="{FF2B5EF4-FFF2-40B4-BE49-F238E27FC236}">
                <a16:creationId xmlns:a16="http://schemas.microsoft.com/office/drawing/2014/main" id="{84232DEB-3A88-4EEC-A238-BC2D77ADD9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7785" y="1600200"/>
            <a:ext cx="5761892" cy="4601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7892" name="Slide Number Placeholder 5">
            <a:extLst>
              <a:ext uri="{FF2B5EF4-FFF2-40B4-BE49-F238E27FC236}">
                <a16:creationId xmlns:a16="http://schemas.microsoft.com/office/drawing/2014/main" id="{4BD8D821-FC5D-4546-BF1A-A8B23F9A2F2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15">
                <a:solidFill>
                  <a:schemeClr val="tx1"/>
                </a:solidFill>
                <a:latin typeface="Times New Roman" panose="02020603050405020304" pitchFamily="18" charset="0"/>
                <a:ea typeface="ＭＳ Ｐゴシック" panose="020B0600070205080204" pitchFamily="34" charset="-128"/>
              </a:defRPr>
            </a:lvl1pPr>
            <a:lvl2pPr marL="685817" indent="-263776">
              <a:defRPr sz="2215">
                <a:solidFill>
                  <a:schemeClr val="tx1"/>
                </a:solidFill>
                <a:latin typeface="Times New Roman" panose="02020603050405020304" pitchFamily="18" charset="0"/>
                <a:ea typeface="ＭＳ Ｐゴシック" panose="020B0600070205080204" pitchFamily="34" charset="-128"/>
              </a:defRPr>
            </a:lvl2pPr>
            <a:lvl3pPr marL="1055103" indent="-211021">
              <a:defRPr sz="2215">
                <a:solidFill>
                  <a:schemeClr val="tx1"/>
                </a:solidFill>
                <a:latin typeface="Times New Roman" panose="02020603050405020304" pitchFamily="18" charset="0"/>
                <a:ea typeface="ＭＳ Ｐゴシック" panose="020B0600070205080204" pitchFamily="34" charset="-128"/>
              </a:defRPr>
            </a:lvl3pPr>
            <a:lvl4pPr marL="1477145" indent="-211021">
              <a:defRPr sz="2215">
                <a:solidFill>
                  <a:schemeClr val="tx1"/>
                </a:solidFill>
                <a:latin typeface="Times New Roman" panose="02020603050405020304" pitchFamily="18" charset="0"/>
                <a:ea typeface="ＭＳ Ｐゴシック" panose="020B0600070205080204" pitchFamily="34" charset="-128"/>
              </a:defRPr>
            </a:lvl4pPr>
            <a:lvl5pPr marL="1899186" indent="-211021">
              <a:defRPr sz="2215">
                <a:solidFill>
                  <a:schemeClr val="tx1"/>
                </a:solidFill>
                <a:latin typeface="Times New Roman" panose="02020603050405020304" pitchFamily="18" charset="0"/>
                <a:ea typeface="ＭＳ Ｐゴシック" panose="020B0600070205080204" pitchFamily="34" charset="-128"/>
              </a:defRPr>
            </a:lvl5pPr>
            <a:lvl6pPr marL="2321227"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6pPr>
            <a:lvl7pPr marL="2743269"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7pPr>
            <a:lvl8pPr marL="3165310"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8pPr>
            <a:lvl9pPr marL="3587351"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9pPr>
          </a:lstStyle>
          <a:p>
            <a:fld id="{41FC90AA-1879-419D-A9B3-824FDB9020D5}" type="slidenum">
              <a:rPr lang="en-US" altLang="en-US" sz="1292">
                <a:solidFill>
                  <a:srgbClr val="FFFFFF"/>
                </a:solidFill>
              </a:rPr>
              <a:pPr/>
              <a:t>26</a:t>
            </a:fld>
            <a:endParaRPr lang="en-US" altLang="en-US" sz="1292">
              <a:solidFill>
                <a:srgbClr val="FFFFFF"/>
              </a:solidFill>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7118D67C-6479-43E9-9AA9-220BF3B832FC}"/>
              </a:ext>
            </a:extLst>
          </p:cNvPr>
          <p:cNvSpPr>
            <a:spLocks noGrp="1" noChangeArrowheads="1"/>
          </p:cNvSpPr>
          <p:nvPr>
            <p:ph type="title"/>
          </p:nvPr>
        </p:nvSpPr>
        <p:spPr/>
        <p:txBody>
          <a:bodyPr/>
          <a:lstStyle/>
          <a:p>
            <a:pPr eaLnBrk="1" fontAlgn="auto" hangingPunct="1">
              <a:spcAft>
                <a:spcPts val="0"/>
              </a:spcAft>
              <a:defRPr/>
            </a:pPr>
            <a:r>
              <a:rPr lang="en-US" altLang="zh-TW">
                <a:ea typeface="+mj-ea"/>
                <a:cs typeface="+mj-cs"/>
              </a:rPr>
              <a:t>2.4.2  Web Servers and Web Browsers</a:t>
            </a:r>
          </a:p>
        </p:txBody>
      </p:sp>
      <p:grpSp>
        <p:nvGrpSpPr>
          <p:cNvPr id="39938" name="Group 93">
            <a:extLst>
              <a:ext uri="{FF2B5EF4-FFF2-40B4-BE49-F238E27FC236}">
                <a16:creationId xmlns:a16="http://schemas.microsoft.com/office/drawing/2014/main" id="{25B7FC41-7F7E-408F-96FD-D8BAF0FE3D2A}"/>
              </a:ext>
            </a:extLst>
          </p:cNvPr>
          <p:cNvGrpSpPr>
            <a:grpSpLocks/>
          </p:cNvGrpSpPr>
          <p:nvPr/>
        </p:nvGrpSpPr>
        <p:grpSpPr bwMode="auto">
          <a:xfrm>
            <a:off x="703385" y="1881554"/>
            <a:ext cx="8275027" cy="3848100"/>
            <a:chOff x="480" y="1104"/>
            <a:chExt cx="5647" cy="2626"/>
          </a:xfrm>
        </p:grpSpPr>
        <p:sp>
          <p:nvSpPr>
            <p:cNvPr id="39940" name="Line 4">
              <a:extLst>
                <a:ext uri="{FF2B5EF4-FFF2-40B4-BE49-F238E27FC236}">
                  <a16:creationId xmlns:a16="http://schemas.microsoft.com/office/drawing/2014/main" id="{DB8AA4EF-563D-4670-B22C-79ACC747B6AE}"/>
                </a:ext>
              </a:extLst>
            </p:cNvPr>
            <p:cNvSpPr>
              <a:spLocks noChangeShapeType="1"/>
            </p:cNvSpPr>
            <p:nvPr/>
          </p:nvSpPr>
          <p:spPr bwMode="auto">
            <a:xfrm flipH="1">
              <a:off x="4392" y="1401"/>
              <a:ext cx="151" cy="1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41" name="Line 5">
              <a:extLst>
                <a:ext uri="{FF2B5EF4-FFF2-40B4-BE49-F238E27FC236}">
                  <a16:creationId xmlns:a16="http://schemas.microsoft.com/office/drawing/2014/main" id="{8CD54A39-F845-4B0A-9496-965E4302950A}"/>
                </a:ext>
              </a:extLst>
            </p:cNvPr>
            <p:cNvSpPr>
              <a:spLocks noChangeShapeType="1"/>
            </p:cNvSpPr>
            <p:nvPr/>
          </p:nvSpPr>
          <p:spPr bwMode="auto">
            <a:xfrm flipH="1" flipV="1">
              <a:off x="4593" y="2012"/>
              <a:ext cx="251"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42" name="Line 6">
              <a:extLst>
                <a:ext uri="{FF2B5EF4-FFF2-40B4-BE49-F238E27FC236}">
                  <a16:creationId xmlns:a16="http://schemas.microsoft.com/office/drawing/2014/main" id="{3CB7D233-969C-4596-B799-5E5435B698BE}"/>
                </a:ext>
              </a:extLst>
            </p:cNvPr>
            <p:cNvSpPr>
              <a:spLocks noChangeShapeType="1"/>
            </p:cNvSpPr>
            <p:nvPr/>
          </p:nvSpPr>
          <p:spPr bwMode="auto">
            <a:xfrm flipH="1" flipV="1">
              <a:off x="4442" y="2546"/>
              <a:ext cx="285" cy="1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43" name="Line 7">
              <a:extLst>
                <a:ext uri="{FF2B5EF4-FFF2-40B4-BE49-F238E27FC236}">
                  <a16:creationId xmlns:a16="http://schemas.microsoft.com/office/drawing/2014/main" id="{CAF2884E-B996-4A09-82C4-60760F2278C0}"/>
                </a:ext>
              </a:extLst>
            </p:cNvPr>
            <p:cNvSpPr>
              <a:spLocks noChangeShapeType="1"/>
            </p:cNvSpPr>
            <p:nvPr/>
          </p:nvSpPr>
          <p:spPr bwMode="auto">
            <a:xfrm flipH="1" flipV="1">
              <a:off x="2151" y="1344"/>
              <a:ext cx="469" cy="2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44" name="Line 8">
              <a:extLst>
                <a:ext uri="{FF2B5EF4-FFF2-40B4-BE49-F238E27FC236}">
                  <a16:creationId xmlns:a16="http://schemas.microsoft.com/office/drawing/2014/main" id="{6C37C6C3-0A5B-4020-819A-2605B12358EF}"/>
                </a:ext>
              </a:extLst>
            </p:cNvPr>
            <p:cNvSpPr>
              <a:spLocks noChangeShapeType="1"/>
            </p:cNvSpPr>
            <p:nvPr/>
          </p:nvSpPr>
          <p:spPr bwMode="auto">
            <a:xfrm flipH="1">
              <a:off x="1917" y="2107"/>
              <a:ext cx="502" cy="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45" name="Line 9">
              <a:extLst>
                <a:ext uri="{FF2B5EF4-FFF2-40B4-BE49-F238E27FC236}">
                  <a16:creationId xmlns:a16="http://schemas.microsoft.com/office/drawing/2014/main" id="{1791C4F9-3F19-4E77-B7BF-175AE732523F}"/>
                </a:ext>
              </a:extLst>
            </p:cNvPr>
            <p:cNvSpPr>
              <a:spLocks noChangeShapeType="1"/>
            </p:cNvSpPr>
            <p:nvPr/>
          </p:nvSpPr>
          <p:spPr bwMode="auto">
            <a:xfrm flipH="1">
              <a:off x="2118" y="2565"/>
              <a:ext cx="484" cy="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46" name="Freeform 10">
              <a:extLst>
                <a:ext uri="{FF2B5EF4-FFF2-40B4-BE49-F238E27FC236}">
                  <a16:creationId xmlns:a16="http://schemas.microsoft.com/office/drawing/2014/main" id="{ABD01346-C57C-4757-AC25-30E055B5A0DB}"/>
                </a:ext>
              </a:extLst>
            </p:cNvPr>
            <p:cNvSpPr>
              <a:spLocks/>
            </p:cNvSpPr>
            <p:nvPr/>
          </p:nvSpPr>
          <p:spPr bwMode="auto">
            <a:xfrm>
              <a:off x="2419" y="1287"/>
              <a:ext cx="2174" cy="1430"/>
            </a:xfrm>
            <a:custGeom>
              <a:avLst/>
              <a:gdLst>
                <a:gd name="T0" fmla="*/ 54 w 2131"/>
                <a:gd name="T1" fmla="*/ 591 h 1229"/>
                <a:gd name="T2" fmla="*/ 108 w 2131"/>
                <a:gd name="T3" fmla="*/ 455 h 1229"/>
                <a:gd name="T4" fmla="*/ 235 w 2131"/>
                <a:gd name="T5" fmla="*/ 279 h 1229"/>
                <a:gd name="T6" fmla="*/ 363 w 2131"/>
                <a:gd name="T7" fmla="*/ 175 h 1229"/>
                <a:gd name="T8" fmla="*/ 471 w 2131"/>
                <a:gd name="T9" fmla="*/ 175 h 1229"/>
                <a:gd name="T10" fmla="*/ 544 w 2131"/>
                <a:gd name="T11" fmla="*/ 175 h 1229"/>
                <a:gd name="T12" fmla="*/ 689 w 2131"/>
                <a:gd name="T13" fmla="*/ 175 h 1229"/>
                <a:gd name="T14" fmla="*/ 870 w 2131"/>
                <a:gd name="T15" fmla="*/ 209 h 1229"/>
                <a:gd name="T16" fmla="*/ 1051 w 2131"/>
                <a:gd name="T17" fmla="*/ 243 h 1229"/>
                <a:gd name="T18" fmla="*/ 1230 w 2131"/>
                <a:gd name="T19" fmla="*/ 243 h 1229"/>
                <a:gd name="T20" fmla="*/ 1322 w 2131"/>
                <a:gd name="T21" fmla="*/ 138 h 1229"/>
                <a:gd name="T22" fmla="*/ 1412 w 2131"/>
                <a:gd name="T23" fmla="*/ 35 h 1229"/>
                <a:gd name="T24" fmla="*/ 1539 w 2131"/>
                <a:gd name="T25" fmla="*/ 0 h 1229"/>
                <a:gd name="T26" fmla="*/ 1684 w 2131"/>
                <a:gd name="T27" fmla="*/ 0 h 1229"/>
                <a:gd name="T28" fmla="*/ 1793 w 2131"/>
                <a:gd name="T29" fmla="*/ 35 h 1229"/>
                <a:gd name="T30" fmla="*/ 1884 w 2131"/>
                <a:gd name="T31" fmla="*/ 105 h 1229"/>
                <a:gd name="T32" fmla="*/ 1956 w 2131"/>
                <a:gd name="T33" fmla="*/ 175 h 1229"/>
                <a:gd name="T34" fmla="*/ 2046 w 2131"/>
                <a:gd name="T35" fmla="*/ 243 h 1229"/>
                <a:gd name="T36" fmla="*/ 2173 w 2131"/>
                <a:gd name="T37" fmla="*/ 455 h 1229"/>
                <a:gd name="T38" fmla="*/ 2246 w 2131"/>
                <a:gd name="T39" fmla="*/ 628 h 1229"/>
                <a:gd name="T40" fmla="*/ 2302 w 2131"/>
                <a:gd name="T41" fmla="*/ 838 h 1229"/>
                <a:gd name="T42" fmla="*/ 2336 w 2131"/>
                <a:gd name="T43" fmla="*/ 1292 h 1229"/>
                <a:gd name="T44" fmla="*/ 2356 w 2131"/>
                <a:gd name="T45" fmla="*/ 1572 h 1229"/>
                <a:gd name="T46" fmla="*/ 2318 w 2131"/>
                <a:gd name="T47" fmla="*/ 1851 h 1229"/>
                <a:gd name="T48" fmla="*/ 2264 w 2131"/>
                <a:gd name="T49" fmla="*/ 2271 h 1229"/>
                <a:gd name="T50" fmla="*/ 2137 w 2131"/>
                <a:gd name="T51" fmla="*/ 2482 h 1229"/>
                <a:gd name="T52" fmla="*/ 1974 w 2131"/>
                <a:gd name="T53" fmla="*/ 2621 h 1229"/>
                <a:gd name="T54" fmla="*/ 1793 w 2131"/>
                <a:gd name="T55" fmla="*/ 2552 h 1229"/>
                <a:gd name="T56" fmla="*/ 1630 w 2131"/>
                <a:gd name="T57" fmla="*/ 2517 h 1229"/>
                <a:gd name="T58" fmla="*/ 1485 w 2131"/>
                <a:gd name="T59" fmla="*/ 2447 h 1229"/>
                <a:gd name="T60" fmla="*/ 1322 w 2131"/>
                <a:gd name="T61" fmla="*/ 2411 h 1229"/>
                <a:gd name="T62" fmla="*/ 1176 w 2131"/>
                <a:gd name="T63" fmla="*/ 2411 h 1229"/>
                <a:gd name="T64" fmla="*/ 1015 w 2131"/>
                <a:gd name="T65" fmla="*/ 2411 h 1229"/>
                <a:gd name="T66" fmla="*/ 906 w 2131"/>
                <a:gd name="T67" fmla="*/ 2447 h 1229"/>
                <a:gd name="T68" fmla="*/ 779 w 2131"/>
                <a:gd name="T69" fmla="*/ 2482 h 1229"/>
                <a:gd name="T70" fmla="*/ 669 w 2131"/>
                <a:gd name="T71" fmla="*/ 2517 h 1229"/>
                <a:gd name="T72" fmla="*/ 561 w 2131"/>
                <a:gd name="T73" fmla="*/ 2552 h 1229"/>
                <a:gd name="T74" fmla="*/ 453 w 2131"/>
                <a:gd name="T75" fmla="*/ 2552 h 1229"/>
                <a:gd name="T76" fmla="*/ 344 w 2131"/>
                <a:gd name="T77" fmla="*/ 2517 h 1229"/>
                <a:gd name="T78" fmla="*/ 271 w 2131"/>
                <a:gd name="T79" fmla="*/ 2482 h 1229"/>
                <a:gd name="T80" fmla="*/ 200 w 2131"/>
                <a:gd name="T81" fmla="*/ 2376 h 1229"/>
                <a:gd name="T82" fmla="*/ 162 w 2131"/>
                <a:gd name="T83" fmla="*/ 2342 h 1229"/>
                <a:gd name="T84" fmla="*/ 146 w 2131"/>
                <a:gd name="T85" fmla="*/ 2271 h 1229"/>
                <a:gd name="T86" fmla="*/ 92 w 2131"/>
                <a:gd name="T87" fmla="*/ 2026 h 1229"/>
                <a:gd name="T88" fmla="*/ 38 w 2131"/>
                <a:gd name="T89" fmla="*/ 1746 h 1229"/>
                <a:gd name="T90" fmla="*/ 16 w 2131"/>
                <a:gd name="T91" fmla="*/ 1503 h 1229"/>
                <a:gd name="T92" fmla="*/ 0 w 2131"/>
                <a:gd name="T93" fmla="*/ 1292 h 1229"/>
                <a:gd name="T94" fmla="*/ 16 w 2131"/>
                <a:gd name="T95" fmla="*/ 1012 h 1229"/>
                <a:gd name="T96" fmla="*/ 38 w 2131"/>
                <a:gd name="T97" fmla="*/ 769 h 1229"/>
                <a:gd name="T98" fmla="*/ 54 w 2131"/>
                <a:gd name="T99" fmla="*/ 591 h 1229"/>
                <a:gd name="T100" fmla="*/ 54 w 2131"/>
                <a:gd name="T101" fmla="*/ 591 h 122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131"/>
                <a:gd name="T154" fmla="*/ 0 h 1229"/>
                <a:gd name="T155" fmla="*/ 2131 w 2131"/>
                <a:gd name="T156" fmla="*/ 1229 h 1229"/>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131" h="1229">
                  <a:moveTo>
                    <a:pt x="49" y="278"/>
                  </a:moveTo>
                  <a:lnTo>
                    <a:pt x="98" y="213"/>
                  </a:lnTo>
                  <a:lnTo>
                    <a:pt x="213" y="131"/>
                  </a:lnTo>
                  <a:lnTo>
                    <a:pt x="328" y="82"/>
                  </a:lnTo>
                  <a:lnTo>
                    <a:pt x="426" y="82"/>
                  </a:lnTo>
                  <a:lnTo>
                    <a:pt x="492" y="82"/>
                  </a:lnTo>
                  <a:lnTo>
                    <a:pt x="623" y="82"/>
                  </a:lnTo>
                  <a:lnTo>
                    <a:pt x="787" y="98"/>
                  </a:lnTo>
                  <a:lnTo>
                    <a:pt x="951" y="114"/>
                  </a:lnTo>
                  <a:lnTo>
                    <a:pt x="1114" y="114"/>
                  </a:lnTo>
                  <a:lnTo>
                    <a:pt x="1196" y="65"/>
                  </a:lnTo>
                  <a:lnTo>
                    <a:pt x="1278" y="16"/>
                  </a:lnTo>
                  <a:lnTo>
                    <a:pt x="1393" y="0"/>
                  </a:lnTo>
                  <a:lnTo>
                    <a:pt x="1524" y="0"/>
                  </a:lnTo>
                  <a:lnTo>
                    <a:pt x="1623" y="16"/>
                  </a:lnTo>
                  <a:lnTo>
                    <a:pt x="1705" y="49"/>
                  </a:lnTo>
                  <a:lnTo>
                    <a:pt x="1770" y="82"/>
                  </a:lnTo>
                  <a:lnTo>
                    <a:pt x="1852" y="114"/>
                  </a:lnTo>
                  <a:lnTo>
                    <a:pt x="1967" y="213"/>
                  </a:lnTo>
                  <a:lnTo>
                    <a:pt x="2032" y="295"/>
                  </a:lnTo>
                  <a:lnTo>
                    <a:pt x="2082" y="393"/>
                  </a:lnTo>
                  <a:lnTo>
                    <a:pt x="2114" y="606"/>
                  </a:lnTo>
                  <a:lnTo>
                    <a:pt x="2131" y="737"/>
                  </a:lnTo>
                  <a:lnTo>
                    <a:pt x="2098" y="868"/>
                  </a:lnTo>
                  <a:lnTo>
                    <a:pt x="2049" y="1065"/>
                  </a:lnTo>
                  <a:lnTo>
                    <a:pt x="1934" y="1164"/>
                  </a:lnTo>
                  <a:lnTo>
                    <a:pt x="1786" y="1229"/>
                  </a:lnTo>
                  <a:lnTo>
                    <a:pt x="1623" y="1196"/>
                  </a:lnTo>
                  <a:lnTo>
                    <a:pt x="1475" y="1180"/>
                  </a:lnTo>
                  <a:lnTo>
                    <a:pt x="1344" y="1147"/>
                  </a:lnTo>
                  <a:lnTo>
                    <a:pt x="1196" y="1131"/>
                  </a:lnTo>
                  <a:lnTo>
                    <a:pt x="1065" y="1131"/>
                  </a:lnTo>
                  <a:lnTo>
                    <a:pt x="918" y="1131"/>
                  </a:lnTo>
                  <a:lnTo>
                    <a:pt x="819" y="1147"/>
                  </a:lnTo>
                  <a:lnTo>
                    <a:pt x="705" y="1164"/>
                  </a:lnTo>
                  <a:lnTo>
                    <a:pt x="606" y="1180"/>
                  </a:lnTo>
                  <a:lnTo>
                    <a:pt x="508" y="1196"/>
                  </a:lnTo>
                  <a:lnTo>
                    <a:pt x="410" y="1196"/>
                  </a:lnTo>
                  <a:lnTo>
                    <a:pt x="311" y="1180"/>
                  </a:lnTo>
                  <a:lnTo>
                    <a:pt x="246" y="1164"/>
                  </a:lnTo>
                  <a:lnTo>
                    <a:pt x="180" y="1114"/>
                  </a:lnTo>
                  <a:lnTo>
                    <a:pt x="147" y="1098"/>
                  </a:lnTo>
                  <a:lnTo>
                    <a:pt x="131" y="1065"/>
                  </a:lnTo>
                  <a:lnTo>
                    <a:pt x="82" y="950"/>
                  </a:lnTo>
                  <a:lnTo>
                    <a:pt x="33" y="819"/>
                  </a:lnTo>
                  <a:lnTo>
                    <a:pt x="16" y="705"/>
                  </a:lnTo>
                  <a:lnTo>
                    <a:pt x="0" y="606"/>
                  </a:lnTo>
                  <a:lnTo>
                    <a:pt x="16" y="475"/>
                  </a:lnTo>
                  <a:lnTo>
                    <a:pt x="33" y="360"/>
                  </a:lnTo>
                  <a:lnTo>
                    <a:pt x="49" y="278"/>
                  </a:lnTo>
                  <a:close/>
                </a:path>
              </a:pathLst>
            </a:custGeom>
            <a:solidFill>
              <a:srgbClr val="FFDC99"/>
            </a:solidFill>
            <a:ln w="25400">
              <a:solidFill>
                <a:srgbClr val="FFDC99"/>
              </a:solidFill>
              <a:prstDash val="solid"/>
              <a:round/>
              <a:headEnd/>
              <a:tailEnd/>
            </a:ln>
          </p:spPr>
          <p:txBody>
            <a:bodyPr/>
            <a:lstStyle/>
            <a:p>
              <a:endParaRPr lang="en-US" sz="2215"/>
            </a:p>
          </p:txBody>
        </p:sp>
        <p:sp>
          <p:nvSpPr>
            <p:cNvPr id="39947" name="Rectangle 11">
              <a:extLst>
                <a:ext uri="{FF2B5EF4-FFF2-40B4-BE49-F238E27FC236}">
                  <a16:creationId xmlns:a16="http://schemas.microsoft.com/office/drawing/2014/main" id="{6903EDEF-FC53-490D-B1B2-53BD2BA46E30}"/>
                </a:ext>
              </a:extLst>
            </p:cNvPr>
            <p:cNvSpPr>
              <a:spLocks noChangeArrowheads="1"/>
            </p:cNvSpPr>
            <p:nvPr/>
          </p:nvSpPr>
          <p:spPr bwMode="auto">
            <a:xfrm>
              <a:off x="3280" y="2001"/>
              <a:ext cx="50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Internet</a:t>
              </a:r>
              <a:endParaRPr lang="en-GB" altLang="en-US" sz="2215">
                <a:latin typeface="Times" panose="02020603050405020304" pitchFamily="18" charset="0"/>
              </a:endParaRPr>
            </a:p>
          </p:txBody>
        </p:sp>
        <p:sp>
          <p:nvSpPr>
            <p:cNvPr id="39948" name="Rectangle 12">
              <a:extLst>
                <a:ext uri="{FF2B5EF4-FFF2-40B4-BE49-F238E27FC236}">
                  <a16:creationId xmlns:a16="http://schemas.microsoft.com/office/drawing/2014/main" id="{0670E3B4-E05D-4E55-93E1-93266AD006EE}"/>
                </a:ext>
              </a:extLst>
            </p:cNvPr>
            <p:cNvSpPr>
              <a:spLocks noChangeArrowheads="1"/>
            </p:cNvSpPr>
            <p:nvPr/>
          </p:nvSpPr>
          <p:spPr bwMode="auto">
            <a:xfrm>
              <a:off x="4770" y="1581"/>
              <a:ext cx="62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Browsers</a:t>
              </a:r>
              <a:endParaRPr lang="en-GB" altLang="en-US" sz="2215">
                <a:latin typeface="Times" panose="02020603050405020304" pitchFamily="18" charset="0"/>
              </a:endParaRPr>
            </a:p>
          </p:txBody>
        </p:sp>
        <p:sp>
          <p:nvSpPr>
            <p:cNvPr id="39949" name="Rectangle 13">
              <a:extLst>
                <a:ext uri="{FF2B5EF4-FFF2-40B4-BE49-F238E27FC236}">
                  <a16:creationId xmlns:a16="http://schemas.microsoft.com/office/drawing/2014/main" id="{37F2F69D-CF44-4D88-B072-38C7FE23FC1B}"/>
                </a:ext>
              </a:extLst>
            </p:cNvPr>
            <p:cNvSpPr>
              <a:spLocks noChangeArrowheads="1"/>
            </p:cNvSpPr>
            <p:nvPr/>
          </p:nvSpPr>
          <p:spPr bwMode="auto">
            <a:xfrm>
              <a:off x="2017" y="1172"/>
              <a:ext cx="201" cy="267"/>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9950" name="Rectangle 14">
              <a:extLst>
                <a:ext uri="{FF2B5EF4-FFF2-40B4-BE49-F238E27FC236}">
                  <a16:creationId xmlns:a16="http://schemas.microsoft.com/office/drawing/2014/main" id="{EDFE65D4-B704-45AC-918C-87929C75DE72}"/>
                </a:ext>
              </a:extLst>
            </p:cNvPr>
            <p:cNvSpPr>
              <a:spLocks noChangeArrowheads="1"/>
            </p:cNvSpPr>
            <p:nvPr/>
          </p:nvSpPr>
          <p:spPr bwMode="auto">
            <a:xfrm>
              <a:off x="2017" y="1172"/>
              <a:ext cx="218" cy="286"/>
            </a:xfrm>
            <a:prstGeom prst="rect">
              <a:avLst/>
            </a:prstGeom>
            <a:noFill/>
            <a:ln w="25400">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39951" name="Rectangle 15">
              <a:extLst>
                <a:ext uri="{FF2B5EF4-FFF2-40B4-BE49-F238E27FC236}">
                  <a16:creationId xmlns:a16="http://schemas.microsoft.com/office/drawing/2014/main" id="{19EC2672-A149-4E0F-B6CC-74E5BB508603}"/>
                </a:ext>
              </a:extLst>
            </p:cNvPr>
            <p:cNvSpPr>
              <a:spLocks noChangeArrowheads="1"/>
            </p:cNvSpPr>
            <p:nvPr/>
          </p:nvSpPr>
          <p:spPr bwMode="auto">
            <a:xfrm>
              <a:off x="1502" y="1658"/>
              <a:ext cx="81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Web servers</a:t>
              </a:r>
              <a:endParaRPr lang="en-GB" altLang="en-US" sz="2215">
                <a:latin typeface="Times" panose="02020603050405020304" pitchFamily="18" charset="0"/>
              </a:endParaRPr>
            </a:p>
          </p:txBody>
        </p:sp>
        <p:sp>
          <p:nvSpPr>
            <p:cNvPr id="39952" name="Rectangle 16">
              <a:extLst>
                <a:ext uri="{FF2B5EF4-FFF2-40B4-BE49-F238E27FC236}">
                  <a16:creationId xmlns:a16="http://schemas.microsoft.com/office/drawing/2014/main" id="{D8862186-DAED-4F7F-A512-C965464DDCFA}"/>
                </a:ext>
              </a:extLst>
            </p:cNvPr>
            <p:cNvSpPr>
              <a:spLocks noChangeArrowheads="1"/>
            </p:cNvSpPr>
            <p:nvPr/>
          </p:nvSpPr>
          <p:spPr bwMode="auto">
            <a:xfrm>
              <a:off x="953" y="1219"/>
              <a:ext cx="112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www.google.com</a:t>
              </a:r>
              <a:endParaRPr lang="en-GB" altLang="en-US" sz="2215">
                <a:latin typeface="Times" panose="02020603050405020304" pitchFamily="18" charset="0"/>
              </a:endParaRPr>
            </a:p>
          </p:txBody>
        </p:sp>
        <p:sp>
          <p:nvSpPr>
            <p:cNvPr id="39953" name="Rectangle 17">
              <a:extLst>
                <a:ext uri="{FF2B5EF4-FFF2-40B4-BE49-F238E27FC236}">
                  <a16:creationId xmlns:a16="http://schemas.microsoft.com/office/drawing/2014/main" id="{D2A32A04-0238-4B9E-A8FC-2329F42BA8DF}"/>
                </a:ext>
              </a:extLst>
            </p:cNvPr>
            <p:cNvSpPr>
              <a:spLocks noChangeArrowheads="1"/>
            </p:cNvSpPr>
            <p:nvPr/>
          </p:nvSpPr>
          <p:spPr bwMode="auto">
            <a:xfrm>
              <a:off x="816" y="2064"/>
              <a:ext cx="71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www.uu.se</a:t>
              </a:r>
              <a:endParaRPr lang="en-GB" altLang="en-US" sz="2215">
                <a:latin typeface="Times" panose="02020603050405020304" pitchFamily="18" charset="0"/>
              </a:endParaRPr>
            </a:p>
          </p:txBody>
        </p:sp>
        <p:sp>
          <p:nvSpPr>
            <p:cNvPr id="39954" name="Rectangle 18">
              <a:extLst>
                <a:ext uri="{FF2B5EF4-FFF2-40B4-BE49-F238E27FC236}">
                  <a16:creationId xmlns:a16="http://schemas.microsoft.com/office/drawing/2014/main" id="{87382922-B680-42D1-A2CC-25EABC91247E}"/>
                </a:ext>
              </a:extLst>
            </p:cNvPr>
            <p:cNvSpPr>
              <a:spLocks noChangeArrowheads="1"/>
            </p:cNvSpPr>
            <p:nvPr/>
          </p:nvSpPr>
          <p:spPr bwMode="auto">
            <a:xfrm>
              <a:off x="1105" y="2573"/>
              <a:ext cx="87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www.w3c.org</a:t>
              </a:r>
              <a:endParaRPr lang="en-GB" altLang="en-US" sz="2215">
                <a:latin typeface="Times" panose="02020603050405020304" pitchFamily="18" charset="0"/>
              </a:endParaRPr>
            </a:p>
          </p:txBody>
        </p:sp>
        <p:sp>
          <p:nvSpPr>
            <p:cNvPr id="39955" name="Line 19">
              <a:extLst>
                <a:ext uri="{FF2B5EF4-FFF2-40B4-BE49-F238E27FC236}">
                  <a16:creationId xmlns:a16="http://schemas.microsoft.com/office/drawing/2014/main" id="{63766F39-258E-4F00-AF33-9998702FE3F2}"/>
                </a:ext>
              </a:extLst>
            </p:cNvPr>
            <p:cNvSpPr>
              <a:spLocks noChangeShapeType="1"/>
            </p:cNvSpPr>
            <p:nvPr/>
          </p:nvSpPr>
          <p:spPr bwMode="auto">
            <a:xfrm flipH="1">
              <a:off x="2034" y="2813"/>
              <a:ext cx="50" cy="2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56" name="Rectangle 20">
              <a:extLst>
                <a:ext uri="{FF2B5EF4-FFF2-40B4-BE49-F238E27FC236}">
                  <a16:creationId xmlns:a16="http://schemas.microsoft.com/office/drawing/2014/main" id="{45399E6E-7241-416E-A263-BBD686A95E89}"/>
                </a:ext>
              </a:extLst>
            </p:cNvPr>
            <p:cNvSpPr>
              <a:spLocks noChangeArrowheads="1"/>
            </p:cNvSpPr>
            <p:nvPr/>
          </p:nvSpPr>
          <p:spPr bwMode="auto">
            <a:xfrm>
              <a:off x="1747" y="3107"/>
              <a:ext cx="63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Protocols</a:t>
              </a:r>
              <a:endParaRPr lang="en-GB" altLang="en-US" sz="2215">
                <a:latin typeface="Times" panose="02020603050405020304" pitchFamily="18" charset="0"/>
              </a:endParaRPr>
            </a:p>
          </p:txBody>
        </p:sp>
        <p:sp>
          <p:nvSpPr>
            <p:cNvPr id="39957" name="Line 21">
              <a:extLst>
                <a:ext uri="{FF2B5EF4-FFF2-40B4-BE49-F238E27FC236}">
                  <a16:creationId xmlns:a16="http://schemas.microsoft.com/office/drawing/2014/main" id="{731DA855-0852-4673-B7AD-D9814DF0451F}"/>
                </a:ext>
              </a:extLst>
            </p:cNvPr>
            <p:cNvSpPr>
              <a:spLocks noChangeShapeType="1"/>
            </p:cNvSpPr>
            <p:nvPr/>
          </p:nvSpPr>
          <p:spPr bwMode="auto">
            <a:xfrm flipH="1">
              <a:off x="1716" y="3252"/>
              <a:ext cx="301" cy="26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58" name="Rectangle 22">
              <a:extLst>
                <a:ext uri="{FF2B5EF4-FFF2-40B4-BE49-F238E27FC236}">
                  <a16:creationId xmlns:a16="http://schemas.microsoft.com/office/drawing/2014/main" id="{E6EBC76D-F9E2-41EE-8F04-7D980626A727}"/>
                </a:ext>
              </a:extLst>
            </p:cNvPr>
            <p:cNvSpPr>
              <a:spLocks noChangeArrowheads="1"/>
            </p:cNvSpPr>
            <p:nvPr/>
          </p:nvSpPr>
          <p:spPr bwMode="auto">
            <a:xfrm>
              <a:off x="1294" y="3546"/>
              <a:ext cx="81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Activity.html</a:t>
              </a:r>
              <a:endParaRPr lang="en-GB" altLang="en-US" sz="2215">
                <a:latin typeface="Times" panose="02020603050405020304" pitchFamily="18" charset="0"/>
              </a:endParaRPr>
            </a:p>
          </p:txBody>
        </p:sp>
        <p:sp>
          <p:nvSpPr>
            <p:cNvPr id="39959" name="Rectangle 23">
              <a:extLst>
                <a:ext uri="{FF2B5EF4-FFF2-40B4-BE49-F238E27FC236}">
                  <a16:creationId xmlns:a16="http://schemas.microsoft.com/office/drawing/2014/main" id="{4BE38F7F-3560-477E-B880-B768EC5EC846}"/>
                </a:ext>
              </a:extLst>
            </p:cNvPr>
            <p:cNvSpPr>
              <a:spLocks noChangeArrowheads="1"/>
            </p:cNvSpPr>
            <p:nvPr/>
          </p:nvSpPr>
          <p:spPr bwMode="auto">
            <a:xfrm>
              <a:off x="3340" y="2936"/>
              <a:ext cx="278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http://www.w3c.org/Protocols/Activity.html</a:t>
              </a:r>
              <a:endParaRPr lang="en-GB" altLang="en-US" sz="2215">
                <a:latin typeface="Times" panose="02020603050405020304" pitchFamily="18" charset="0"/>
              </a:endParaRPr>
            </a:p>
          </p:txBody>
        </p:sp>
        <p:sp>
          <p:nvSpPr>
            <p:cNvPr id="39960" name="Rectangle 24">
              <a:extLst>
                <a:ext uri="{FF2B5EF4-FFF2-40B4-BE49-F238E27FC236}">
                  <a16:creationId xmlns:a16="http://schemas.microsoft.com/office/drawing/2014/main" id="{7A335838-ECC9-4250-961D-C0EC9AB5EEB9}"/>
                </a:ext>
              </a:extLst>
            </p:cNvPr>
            <p:cNvSpPr>
              <a:spLocks noChangeArrowheads="1"/>
            </p:cNvSpPr>
            <p:nvPr/>
          </p:nvSpPr>
          <p:spPr bwMode="auto">
            <a:xfrm>
              <a:off x="3345" y="1104"/>
              <a:ext cx="244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http://www.google.comlsearch?q=lyu</a:t>
              </a:r>
              <a:endParaRPr lang="en-GB" altLang="en-US" sz="2215">
                <a:latin typeface="Times" panose="02020603050405020304" pitchFamily="18" charset="0"/>
              </a:endParaRPr>
            </a:p>
          </p:txBody>
        </p:sp>
        <p:sp>
          <p:nvSpPr>
            <p:cNvPr id="39961" name="Rectangle 25">
              <a:extLst>
                <a:ext uri="{FF2B5EF4-FFF2-40B4-BE49-F238E27FC236}">
                  <a16:creationId xmlns:a16="http://schemas.microsoft.com/office/drawing/2014/main" id="{9379C19A-DFD1-4820-8E7E-6E336A016011}"/>
                </a:ext>
              </a:extLst>
            </p:cNvPr>
            <p:cNvSpPr>
              <a:spLocks noChangeArrowheads="1"/>
            </p:cNvSpPr>
            <p:nvPr/>
          </p:nvSpPr>
          <p:spPr bwMode="auto">
            <a:xfrm>
              <a:off x="4368" y="2256"/>
              <a:ext cx="113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http://www.uu.se/</a:t>
              </a:r>
              <a:endParaRPr lang="en-GB" altLang="en-US" sz="2215">
                <a:latin typeface="Times" panose="02020603050405020304" pitchFamily="18" charset="0"/>
              </a:endParaRPr>
            </a:p>
          </p:txBody>
        </p:sp>
        <p:sp>
          <p:nvSpPr>
            <p:cNvPr id="39962" name="Freeform 26">
              <a:extLst>
                <a:ext uri="{FF2B5EF4-FFF2-40B4-BE49-F238E27FC236}">
                  <a16:creationId xmlns:a16="http://schemas.microsoft.com/office/drawing/2014/main" id="{069B096D-70CF-47B3-BBA1-E47D01583519}"/>
                </a:ext>
              </a:extLst>
            </p:cNvPr>
            <p:cNvSpPr>
              <a:spLocks/>
            </p:cNvSpPr>
            <p:nvPr/>
          </p:nvSpPr>
          <p:spPr bwMode="auto">
            <a:xfrm>
              <a:off x="2084" y="2794"/>
              <a:ext cx="16" cy="1"/>
            </a:xfrm>
            <a:custGeom>
              <a:avLst/>
              <a:gdLst>
                <a:gd name="T0" fmla="*/ 16 w 16"/>
                <a:gd name="T1" fmla="*/ 0 h 1"/>
                <a:gd name="T2" fmla="*/ 16 w 16"/>
                <a:gd name="T3" fmla="*/ 0 h 1"/>
                <a:gd name="T4" fmla="*/ 0 w 16"/>
                <a:gd name="T5" fmla="*/ 0 h 1"/>
                <a:gd name="T6" fmla="*/ 0 60000 65536"/>
                <a:gd name="T7" fmla="*/ 0 60000 65536"/>
                <a:gd name="T8" fmla="*/ 0 60000 65536"/>
                <a:gd name="T9" fmla="*/ 0 w 16"/>
                <a:gd name="T10" fmla="*/ 0 h 1"/>
                <a:gd name="T11" fmla="*/ 16 w 16"/>
                <a:gd name="T12" fmla="*/ 1 h 1"/>
              </a:gdLst>
              <a:ahLst/>
              <a:cxnLst>
                <a:cxn ang="T6">
                  <a:pos x="T0" y="T1"/>
                </a:cxn>
                <a:cxn ang="T7">
                  <a:pos x="T2" y="T3"/>
                </a:cxn>
                <a:cxn ang="T8">
                  <a:pos x="T4" y="T5"/>
                </a:cxn>
              </a:cxnLst>
              <a:rect l="T9" t="T10" r="T11" b="T12"/>
              <a:pathLst>
                <a:path w="16" h="1">
                  <a:moveTo>
                    <a:pt x="16" y="0"/>
                  </a:moveTo>
                  <a:lnTo>
                    <a:pt x="16" y="0"/>
                  </a:lnTo>
                  <a:lnTo>
                    <a:pt x="0" y="0"/>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9963" name="Line 27">
              <a:extLst>
                <a:ext uri="{FF2B5EF4-FFF2-40B4-BE49-F238E27FC236}">
                  <a16:creationId xmlns:a16="http://schemas.microsoft.com/office/drawing/2014/main" id="{9C1EF18E-0CC6-4827-A4A7-8ED160B74244}"/>
                </a:ext>
              </a:extLst>
            </p:cNvPr>
            <p:cNvSpPr>
              <a:spLocks noChangeShapeType="1"/>
            </p:cNvSpPr>
            <p:nvPr/>
          </p:nvSpPr>
          <p:spPr bwMode="auto">
            <a:xfrm flipH="1">
              <a:off x="2000" y="2851"/>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64" name="Line 28">
              <a:extLst>
                <a:ext uri="{FF2B5EF4-FFF2-40B4-BE49-F238E27FC236}">
                  <a16:creationId xmlns:a16="http://schemas.microsoft.com/office/drawing/2014/main" id="{A0547CC2-A9F2-41C5-A420-8E88632FB685}"/>
                </a:ext>
              </a:extLst>
            </p:cNvPr>
            <p:cNvSpPr>
              <a:spLocks noChangeShapeType="1"/>
            </p:cNvSpPr>
            <p:nvPr/>
          </p:nvSpPr>
          <p:spPr bwMode="auto">
            <a:xfrm flipH="1">
              <a:off x="1933" y="2908"/>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65" name="Line 29">
              <a:extLst>
                <a:ext uri="{FF2B5EF4-FFF2-40B4-BE49-F238E27FC236}">
                  <a16:creationId xmlns:a16="http://schemas.microsoft.com/office/drawing/2014/main" id="{9E4AADB6-EA30-498B-B882-0EDA61B6A148}"/>
                </a:ext>
              </a:extLst>
            </p:cNvPr>
            <p:cNvSpPr>
              <a:spLocks noChangeShapeType="1"/>
            </p:cNvSpPr>
            <p:nvPr/>
          </p:nvSpPr>
          <p:spPr bwMode="auto">
            <a:xfrm flipH="1">
              <a:off x="1850" y="2965"/>
              <a:ext cx="17"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66" name="Line 30">
              <a:extLst>
                <a:ext uri="{FF2B5EF4-FFF2-40B4-BE49-F238E27FC236}">
                  <a16:creationId xmlns:a16="http://schemas.microsoft.com/office/drawing/2014/main" id="{8B43966F-EF80-4D16-8586-94C7E2E36082}"/>
                </a:ext>
              </a:extLst>
            </p:cNvPr>
            <p:cNvSpPr>
              <a:spLocks noChangeShapeType="1"/>
            </p:cNvSpPr>
            <p:nvPr/>
          </p:nvSpPr>
          <p:spPr bwMode="auto">
            <a:xfrm flipH="1">
              <a:off x="1767" y="3042"/>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67" name="Line 31">
              <a:extLst>
                <a:ext uri="{FF2B5EF4-FFF2-40B4-BE49-F238E27FC236}">
                  <a16:creationId xmlns:a16="http://schemas.microsoft.com/office/drawing/2014/main" id="{D69B460B-52C8-4F2E-A25B-9FD089C724D8}"/>
                </a:ext>
              </a:extLst>
            </p:cNvPr>
            <p:cNvSpPr>
              <a:spLocks noChangeShapeType="1"/>
            </p:cNvSpPr>
            <p:nvPr/>
          </p:nvSpPr>
          <p:spPr bwMode="auto">
            <a:xfrm flipH="1">
              <a:off x="1683" y="3099"/>
              <a:ext cx="16"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68" name="Line 32">
              <a:extLst>
                <a:ext uri="{FF2B5EF4-FFF2-40B4-BE49-F238E27FC236}">
                  <a16:creationId xmlns:a16="http://schemas.microsoft.com/office/drawing/2014/main" id="{4F0B263A-6D73-49F3-A1BE-C900EE71BF94}"/>
                </a:ext>
              </a:extLst>
            </p:cNvPr>
            <p:cNvSpPr>
              <a:spLocks noChangeShapeType="1"/>
            </p:cNvSpPr>
            <p:nvPr/>
          </p:nvSpPr>
          <p:spPr bwMode="auto">
            <a:xfrm flipH="1">
              <a:off x="1599" y="3156"/>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69" name="Line 33">
              <a:extLst>
                <a:ext uri="{FF2B5EF4-FFF2-40B4-BE49-F238E27FC236}">
                  <a16:creationId xmlns:a16="http://schemas.microsoft.com/office/drawing/2014/main" id="{6F902E88-9689-4C0A-88C6-CD172013D296}"/>
                </a:ext>
              </a:extLst>
            </p:cNvPr>
            <p:cNvSpPr>
              <a:spLocks noChangeShapeType="1"/>
            </p:cNvSpPr>
            <p:nvPr/>
          </p:nvSpPr>
          <p:spPr bwMode="auto">
            <a:xfrm flipH="1">
              <a:off x="1516" y="3213"/>
              <a:ext cx="32"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70" name="Line 34">
              <a:extLst>
                <a:ext uri="{FF2B5EF4-FFF2-40B4-BE49-F238E27FC236}">
                  <a16:creationId xmlns:a16="http://schemas.microsoft.com/office/drawing/2014/main" id="{C2BD6A0C-F1D7-4DF1-948B-711203EC20FD}"/>
                </a:ext>
              </a:extLst>
            </p:cNvPr>
            <p:cNvSpPr>
              <a:spLocks noChangeShapeType="1"/>
            </p:cNvSpPr>
            <p:nvPr/>
          </p:nvSpPr>
          <p:spPr bwMode="auto">
            <a:xfrm flipH="1">
              <a:off x="1432" y="3290"/>
              <a:ext cx="33"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71" name="Line 35">
              <a:extLst>
                <a:ext uri="{FF2B5EF4-FFF2-40B4-BE49-F238E27FC236}">
                  <a16:creationId xmlns:a16="http://schemas.microsoft.com/office/drawing/2014/main" id="{E0456193-23C9-402F-A76F-67752432AA18}"/>
                </a:ext>
              </a:extLst>
            </p:cNvPr>
            <p:cNvSpPr>
              <a:spLocks noChangeShapeType="1"/>
            </p:cNvSpPr>
            <p:nvPr/>
          </p:nvSpPr>
          <p:spPr bwMode="auto">
            <a:xfrm flipH="1">
              <a:off x="1365" y="3347"/>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72" name="Line 36">
              <a:extLst>
                <a:ext uri="{FF2B5EF4-FFF2-40B4-BE49-F238E27FC236}">
                  <a16:creationId xmlns:a16="http://schemas.microsoft.com/office/drawing/2014/main" id="{FC75C5E0-7590-4B03-9031-4394B30A5BF3}"/>
                </a:ext>
              </a:extLst>
            </p:cNvPr>
            <p:cNvSpPr>
              <a:spLocks noChangeShapeType="1"/>
            </p:cNvSpPr>
            <p:nvPr/>
          </p:nvSpPr>
          <p:spPr bwMode="auto">
            <a:xfrm flipH="1">
              <a:off x="1281" y="3404"/>
              <a:ext cx="17"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73" name="Line 37">
              <a:extLst>
                <a:ext uri="{FF2B5EF4-FFF2-40B4-BE49-F238E27FC236}">
                  <a16:creationId xmlns:a16="http://schemas.microsoft.com/office/drawing/2014/main" id="{389B0265-B8A6-422E-81CE-D3E5A552FAC9}"/>
                </a:ext>
              </a:extLst>
            </p:cNvPr>
            <p:cNvSpPr>
              <a:spLocks noChangeShapeType="1"/>
            </p:cNvSpPr>
            <p:nvPr/>
          </p:nvSpPr>
          <p:spPr bwMode="auto">
            <a:xfrm flipH="1">
              <a:off x="1197" y="3481"/>
              <a:ext cx="1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74" name="Line 38">
              <a:extLst>
                <a:ext uri="{FF2B5EF4-FFF2-40B4-BE49-F238E27FC236}">
                  <a16:creationId xmlns:a16="http://schemas.microsoft.com/office/drawing/2014/main" id="{097CADE5-3254-449B-9895-6934ED72164F}"/>
                </a:ext>
              </a:extLst>
            </p:cNvPr>
            <p:cNvSpPr>
              <a:spLocks noChangeShapeType="1"/>
            </p:cNvSpPr>
            <p:nvPr/>
          </p:nvSpPr>
          <p:spPr bwMode="auto">
            <a:xfrm flipH="1">
              <a:off x="1114" y="3538"/>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75" name="Line 39">
              <a:extLst>
                <a:ext uri="{FF2B5EF4-FFF2-40B4-BE49-F238E27FC236}">
                  <a16:creationId xmlns:a16="http://schemas.microsoft.com/office/drawing/2014/main" id="{FACBB8F3-AD74-4A77-9964-08854ECF3817}"/>
                </a:ext>
              </a:extLst>
            </p:cNvPr>
            <p:cNvSpPr>
              <a:spLocks noChangeShapeType="1"/>
            </p:cNvSpPr>
            <p:nvPr/>
          </p:nvSpPr>
          <p:spPr bwMode="auto">
            <a:xfrm flipH="1">
              <a:off x="1030" y="3595"/>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76" name="Line 40">
              <a:extLst>
                <a:ext uri="{FF2B5EF4-FFF2-40B4-BE49-F238E27FC236}">
                  <a16:creationId xmlns:a16="http://schemas.microsoft.com/office/drawing/2014/main" id="{E6393CAA-FC16-4854-AFAE-7EF3A5749EDE}"/>
                </a:ext>
              </a:extLst>
            </p:cNvPr>
            <p:cNvSpPr>
              <a:spLocks noChangeShapeType="1"/>
            </p:cNvSpPr>
            <p:nvPr/>
          </p:nvSpPr>
          <p:spPr bwMode="auto">
            <a:xfrm flipH="1">
              <a:off x="946" y="3652"/>
              <a:ext cx="34"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77" name="Freeform 41">
              <a:extLst>
                <a:ext uri="{FF2B5EF4-FFF2-40B4-BE49-F238E27FC236}">
                  <a16:creationId xmlns:a16="http://schemas.microsoft.com/office/drawing/2014/main" id="{9A524DCC-CC97-44B0-ACFA-1730BB3F9ECC}"/>
                </a:ext>
              </a:extLst>
            </p:cNvPr>
            <p:cNvSpPr>
              <a:spLocks/>
            </p:cNvSpPr>
            <p:nvPr/>
          </p:nvSpPr>
          <p:spPr bwMode="auto">
            <a:xfrm>
              <a:off x="880" y="3729"/>
              <a:ext cx="16" cy="1"/>
            </a:xfrm>
            <a:custGeom>
              <a:avLst/>
              <a:gdLst>
                <a:gd name="T0" fmla="*/ 16 w 16"/>
                <a:gd name="T1" fmla="*/ 0 h 1"/>
                <a:gd name="T2" fmla="*/ 0 w 16"/>
                <a:gd name="T3" fmla="*/ 0 h 1"/>
                <a:gd name="T4" fmla="*/ 16 w 16"/>
                <a:gd name="T5" fmla="*/ 0 h 1"/>
                <a:gd name="T6" fmla="*/ 0 60000 65536"/>
                <a:gd name="T7" fmla="*/ 0 60000 65536"/>
                <a:gd name="T8" fmla="*/ 0 60000 65536"/>
                <a:gd name="T9" fmla="*/ 0 w 16"/>
                <a:gd name="T10" fmla="*/ 0 h 1"/>
                <a:gd name="T11" fmla="*/ 16 w 16"/>
                <a:gd name="T12" fmla="*/ 1 h 1"/>
              </a:gdLst>
              <a:ahLst/>
              <a:cxnLst>
                <a:cxn ang="T6">
                  <a:pos x="T0" y="T1"/>
                </a:cxn>
                <a:cxn ang="T7">
                  <a:pos x="T2" y="T3"/>
                </a:cxn>
                <a:cxn ang="T8">
                  <a:pos x="T4" y="T5"/>
                </a:cxn>
              </a:cxnLst>
              <a:rect l="T9" t="T10" r="T11" b="T12"/>
              <a:pathLst>
                <a:path w="16" h="1">
                  <a:moveTo>
                    <a:pt x="16" y="0"/>
                  </a:moveTo>
                  <a:lnTo>
                    <a:pt x="0" y="0"/>
                  </a:lnTo>
                  <a:lnTo>
                    <a:pt x="16"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39978" name="Line 42">
              <a:extLst>
                <a:ext uri="{FF2B5EF4-FFF2-40B4-BE49-F238E27FC236}">
                  <a16:creationId xmlns:a16="http://schemas.microsoft.com/office/drawing/2014/main" id="{60B13393-9AEE-40FA-8082-5A7274C990E8}"/>
                </a:ext>
              </a:extLst>
            </p:cNvPr>
            <p:cNvSpPr>
              <a:spLocks noChangeShapeType="1"/>
            </p:cNvSpPr>
            <p:nvPr/>
          </p:nvSpPr>
          <p:spPr bwMode="auto">
            <a:xfrm>
              <a:off x="964" y="3729"/>
              <a:ext cx="3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79" name="Line 43">
              <a:extLst>
                <a:ext uri="{FF2B5EF4-FFF2-40B4-BE49-F238E27FC236}">
                  <a16:creationId xmlns:a16="http://schemas.microsoft.com/office/drawing/2014/main" id="{A5639DF5-8DAB-4DB9-8356-8FF5D0ED6EBB}"/>
                </a:ext>
              </a:extLst>
            </p:cNvPr>
            <p:cNvSpPr>
              <a:spLocks noChangeShapeType="1"/>
            </p:cNvSpPr>
            <p:nvPr/>
          </p:nvSpPr>
          <p:spPr bwMode="auto">
            <a:xfrm>
              <a:off x="1064" y="3729"/>
              <a:ext cx="3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80" name="Line 44">
              <a:extLst>
                <a:ext uri="{FF2B5EF4-FFF2-40B4-BE49-F238E27FC236}">
                  <a16:creationId xmlns:a16="http://schemas.microsoft.com/office/drawing/2014/main" id="{B776A611-13EB-4557-A977-30D49FE5BE81}"/>
                </a:ext>
              </a:extLst>
            </p:cNvPr>
            <p:cNvSpPr>
              <a:spLocks noChangeShapeType="1"/>
            </p:cNvSpPr>
            <p:nvPr/>
          </p:nvSpPr>
          <p:spPr bwMode="auto">
            <a:xfrm>
              <a:off x="1164" y="3729"/>
              <a:ext cx="3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81" name="Line 45">
              <a:extLst>
                <a:ext uri="{FF2B5EF4-FFF2-40B4-BE49-F238E27FC236}">
                  <a16:creationId xmlns:a16="http://schemas.microsoft.com/office/drawing/2014/main" id="{CF8DE849-2F04-4721-9C18-CE82D8B23299}"/>
                </a:ext>
              </a:extLst>
            </p:cNvPr>
            <p:cNvSpPr>
              <a:spLocks noChangeShapeType="1"/>
            </p:cNvSpPr>
            <p:nvPr/>
          </p:nvSpPr>
          <p:spPr bwMode="auto">
            <a:xfrm>
              <a:off x="1265" y="3729"/>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82" name="Line 46">
              <a:extLst>
                <a:ext uri="{FF2B5EF4-FFF2-40B4-BE49-F238E27FC236}">
                  <a16:creationId xmlns:a16="http://schemas.microsoft.com/office/drawing/2014/main" id="{2CC37E3F-BF31-4774-9320-FF40FE6955F7}"/>
                </a:ext>
              </a:extLst>
            </p:cNvPr>
            <p:cNvSpPr>
              <a:spLocks noChangeShapeType="1"/>
            </p:cNvSpPr>
            <p:nvPr/>
          </p:nvSpPr>
          <p:spPr bwMode="auto">
            <a:xfrm>
              <a:off x="1365" y="3729"/>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83" name="Line 47">
              <a:extLst>
                <a:ext uri="{FF2B5EF4-FFF2-40B4-BE49-F238E27FC236}">
                  <a16:creationId xmlns:a16="http://schemas.microsoft.com/office/drawing/2014/main" id="{2ACAB5F4-AA5F-4FBE-817B-58993920E775}"/>
                </a:ext>
              </a:extLst>
            </p:cNvPr>
            <p:cNvSpPr>
              <a:spLocks noChangeShapeType="1"/>
            </p:cNvSpPr>
            <p:nvPr/>
          </p:nvSpPr>
          <p:spPr bwMode="auto">
            <a:xfrm>
              <a:off x="1465" y="3729"/>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84" name="Line 48">
              <a:extLst>
                <a:ext uri="{FF2B5EF4-FFF2-40B4-BE49-F238E27FC236}">
                  <a16:creationId xmlns:a16="http://schemas.microsoft.com/office/drawing/2014/main" id="{22698DBE-3DD5-478E-ADA8-E06AD3C6516C}"/>
                </a:ext>
              </a:extLst>
            </p:cNvPr>
            <p:cNvSpPr>
              <a:spLocks noChangeShapeType="1"/>
            </p:cNvSpPr>
            <p:nvPr/>
          </p:nvSpPr>
          <p:spPr bwMode="auto">
            <a:xfrm>
              <a:off x="1566" y="3729"/>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85" name="Line 49">
              <a:extLst>
                <a:ext uri="{FF2B5EF4-FFF2-40B4-BE49-F238E27FC236}">
                  <a16:creationId xmlns:a16="http://schemas.microsoft.com/office/drawing/2014/main" id="{BBEDFEF5-E2FE-4CE9-B2DE-B302ACA82490}"/>
                </a:ext>
              </a:extLst>
            </p:cNvPr>
            <p:cNvSpPr>
              <a:spLocks noChangeShapeType="1"/>
            </p:cNvSpPr>
            <p:nvPr/>
          </p:nvSpPr>
          <p:spPr bwMode="auto">
            <a:xfrm>
              <a:off x="1666" y="3729"/>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86" name="Line 50">
              <a:extLst>
                <a:ext uri="{FF2B5EF4-FFF2-40B4-BE49-F238E27FC236}">
                  <a16:creationId xmlns:a16="http://schemas.microsoft.com/office/drawing/2014/main" id="{80FCAA23-5AB3-4820-8FCB-B0FF46E5F29F}"/>
                </a:ext>
              </a:extLst>
            </p:cNvPr>
            <p:cNvSpPr>
              <a:spLocks noChangeShapeType="1"/>
            </p:cNvSpPr>
            <p:nvPr/>
          </p:nvSpPr>
          <p:spPr bwMode="auto">
            <a:xfrm>
              <a:off x="1749"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87" name="Line 51">
              <a:extLst>
                <a:ext uri="{FF2B5EF4-FFF2-40B4-BE49-F238E27FC236}">
                  <a16:creationId xmlns:a16="http://schemas.microsoft.com/office/drawing/2014/main" id="{0A349845-09FB-4011-A016-F07E5A1786DA}"/>
                </a:ext>
              </a:extLst>
            </p:cNvPr>
            <p:cNvSpPr>
              <a:spLocks noChangeShapeType="1"/>
            </p:cNvSpPr>
            <p:nvPr/>
          </p:nvSpPr>
          <p:spPr bwMode="auto">
            <a:xfrm>
              <a:off x="1850" y="3729"/>
              <a:ext cx="3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88" name="Line 52">
              <a:extLst>
                <a:ext uri="{FF2B5EF4-FFF2-40B4-BE49-F238E27FC236}">
                  <a16:creationId xmlns:a16="http://schemas.microsoft.com/office/drawing/2014/main" id="{44396429-F466-4C84-869F-FEFC9DCD297F}"/>
                </a:ext>
              </a:extLst>
            </p:cNvPr>
            <p:cNvSpPr>
              <a:spLocks noChangeShapeType="1"/>
            </p:cNvSpPr>
            <p:nvPr/>
          </p:nvSpPr>
          <p:spPr bwMode="auto">
            <a:xfrm>
              <a:off x="1950"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89" name="Line 53">
              <a:extLst>
                <a:ext uri="{FF2B5EF4-FFF2-40B4-BE49-F238E27FC236}">
                  <a16:creationId xmlns:a16="http://schemas.microsoft.com/office/drawing/2014/main" id="{D378B911-4ED1-497C-98BF-950A2D41B6D5}"/>
                </a:ext>
              </a:extLst>
            </p:cNvPr>
            <p:cNvSpPr>
              <a:spLocks noChangeShapeType="1"/>
            </p:cNvSpPr>
            <p:nvPr/>
          </p:nvSpPr>
          <p:spPr bwMode="auto">
            <a:xfrm>
              <a:off x="2050"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90" name="Line 54">
              <a:extLst>
                <a:ext uri="{FF2B5EF4-FFF2-40B4-BE49-F238E27FC236}">
                  <a16:creationId xmlns:a16="http://schemas.microsoft.com/office/drawing/2014/main" id="{D0074396-7FD2-46B5-AB80-DC2861439A33}"/>
                </a:ext>
              </a:extLst>
            </p:cNvPr>
            <p:cNvSpPr>
              <a:spLocks noChangeShapeType="1"/>
            </p:cNvSpPr>
            <p:nvPr/>
          </p:nvSpPr>
          <p:spPr bwMode="auto">
            <a:xfrm>
              <a:off x="2151" y="3729"/>
              <a:ext cx="3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91" name="Line 55">
              <a:extLst>
                <a:ext uri="{FF2B5EF4-FFF2-40B4-BE49-F238E27FC236}">
                  <a16:creationId xmlns:a16="http://schemas.microsoft.com/office/drawing/2014/main" id="{A532322D-C518-4119-B638-8B209F491896}"/>
                </a:ext>
              </a:extLst>
            </p:cNvPr>
            <p:cNvSpPr>
              <a:spLocks noChangeShapeType="1"/>
            </p:cNvSpPr>
            <p:nvPr/>
          </p:nvSpPr>
          <p:spPr bwMode="auto">
            <a:xfrm>
              <a:off x="2251" y="3729"/>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92" name="Line 56">
              <a:extLst>
                <a:ext uri="{FF2B5EF4-FFF2-40B4-BE49-F238E27FC236}">
                  <a16:creationId xmlns:a16="http://schemas.microsoft.com/office/drawing/2014/main" id="{C0E5F353-F8D8-4C77-9B30-09533F798466}"/>
                </a:ext>
              </a:extLst>
            </p:cNvPr>
            <p:cNvSpPr>
              <a:spLocks noChangeShapeType="1"/>
            </p:cNvSpPr>
            <p:nvPr/>
          </p:nvSpPr>
          <p:spPr bwMode="auto">
            <a:xfrm>
              <a:off x="2351" y="3729"/>
              <a:ext cx="1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93" name="Line 57">
              <a:extLst>
                <a:ext uri="{FF2B5EF4-FFF2-40B4-BE49-F238E27FC236}">
                  <a16:creationId xmlns:a16="http://schemas.microsoft.com/office/drawing/2014/main" id="{6AAB0766-9AC1-4332-B137-C86D17C84F0F}"/>
                </a:ext>
              </a:extLst>
            </p:cNvPr>
            <p:cNvSpPr>
              <a:spLocks noChangeShapeType="1"/>
            </p:cNvSpPr>
            <p:nvPr/>
          </p:nvSpPr>
          <p:spPr bwMode="auto">
            <a:xfrm>
              <a:off x="2452" y="3729"/>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94" name="Line 58">
              <a:extLst>
                <a:ext uri="{FF2B5EF4-FFF2-40B4-BE49-F238E27FC236}">
                  <a16:creationId xmlns:a16="http://schemas.microsoft.com/office/drawing/2014/main" id="{D0883ECC-076B-45F2-8340-6029F145E6EC}"/>
                </a:ext>
              </a:extLst>
            </p:cNvPr>
            <p:cNvSpPr>
              <a:spLocks noChangeShapeType="1"/>
            </p:cNvSpPr>
            <p:nvPr/>
          </p:nvSpPr>
          <p:spPr bwMode="auto">
            <a:xfrm>
              <a:off x="2552" y="3729"/>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95" name="Line 59">
              <a:extLst>
                <a:ext uri="{FF2B5EF4-FFF2-40B4-BE49-F238E27FC236}">
                  <a16:creationId xmlns:a16="http://schemas.microsoft.com/office/drawing/2014/main" id="{836914E8-D916-4349-ABC6-11F7C120BF3C}"/>
                </a:ext>
              </a:extLst>
            </p:cNvPr>
            <p:cNvSpPr>
              <a:spLocks noChangeShapeType="1"/>
            </p:cNvSpPr>
            <p:nvPr/>
          </p:nvSpPr>
          <p:spPr bwMode="auto">
            <a:xfrm>
              <a:off x="2636"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96" name="Line 60">
              <a:extLst>
                <a:ext uri="{FF2B5EF4-FFF2-40B4-BE49-F238E27FC236}">
                  <a16:creationId xmlns:a16="http://schemas.microsoft.com/office/drawing/2014/main" id="{41A28E50-5BBA-419F-B1B5-375A40E4E41C}"/>
                </a:ext>
              </a:extLst>
            </p:cNvPr>
            <p:cNvSpPr>
              <a:spLocks noChangeShapeType="1"/>
            </p:cNvSpPr>
            <p:nvPr/>
          </p:nvSpPr>
          <p:spPr bwMode="auto">
            <a:xfrm>
              <a:off x="2736"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97" name="Line 61">
              <a:extLst>
                <a:ext uri="{FF2B5EF4-FFF2-40B4-BE49-F238E27FC236}">
                  <a16:creationId xmlns:a16="http://schemas.microsoft.com/office/drawing/2014/main" id="{8FAD86AB-7E80-427D-BAE2-2BD4CD819F3E}"/>
                </a:ext>
              </a:extLst>
            </p:cNvPr>
            <p:cNvSpPr>
              <a:spLocks noChangeShapeType="1"/>
            </p:cNvSpPr>
            <p:nvPr/>
          </p:nvSpPr>
          <p:spPr bwMode="auto">
            <a:xfrm>
              <a:off x="2837" y="3729"/>
              <a:ext cx="3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98" name="Line 62">
              <a:extLst>
                <a:ext uri="{FF2B5EF4-FFF2-40B4-BE49-F238E27FC236}">
                  <a16:creationId xmlns:a16="http://schemas.microsoft.com/office/drawing/2014/main" id="{A26DBB71-0F7D-4DD9-9DD4-F0B3E69A71CD}"/>
                </a:ext>
              </a:extLst>
            </p:cNvPr>
            <p:cNvSpPr>
              <a:spLocks noChangeShapeType="1"/>
            </p:cNvSpPr>
            <p:nvPr/>
          </p:nvSpPr>
          <p:spPr bwMode="auto">
            <a:xfrm>
              <a:off x="2937"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39999" name="Line 63">
              <a:extLst>
                <a:ext uri="{FF2B5EF4-FFF2-40B4-BE49-F238E27FC236}">
                  <a16:creationId xmlns:a16="http://schemas.microsoft.com/office/drawing/2014/main" id="{5B692F22-1190-4C42-8345-3C12AE0C13FC}"/>
                </a:ext>
              </a:extLst>
            </p:cNvPr>
            <p:cNvSpPr>
              <a:spLocks noChangeShapeType="1"/>
            </p:cNvSpPr>
            <p:nvPr/>
          </p:nvSpPr>
          <p:spPr bwMode="auto">
            <a:xfrm>
              <a:off x="3037" y="3729"/>
              <a:ext cx="34"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00" name="Line 64">
              <a:extLst>
                <a:ext uri="{FF2B5EF4-FFF2-40B4-BE49-F238E27FC236}">
                  <a16:creationId xmlns:a16="http://schemas.microsoft.com/office/drawing/2014/main" id="{F8C02406-F676-4D12-BCCF-A7907DDCE38C}"/>
                </a:ext>
              </a:extLst>
            </p:cNvPr>
            <p:cNvSpPr>
              <a:spLocks noChangeShapeType="1"/>
            </p:cNvSpPr>
            <p:nvPr/>
          </p:nvSpPr>
          <p:spPr bwMode="auto">
            <a:xfrm>
              <a:off x="3138" y="3729"/>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01" name="Line 65">
              <a:extLst>
                <a:ext uri="{FF2B5EF4-FFF2-40B4-BE49-F238E27FC236}">
                  <a16:creationId xmlns:a16="http://schemas.microsoft.com/office/drawing/2014/main" id="{44C30761-5BFD-406C-BAFC-31CD8EEE1487}"/>
                </a:ext>
              </a:extLst>
            </p:cNvPr>
            <p:cNvSpPr>
              <a:spLocks noChangeShapeType="1"/>
            </p:cNvSpPr>
            <p:nvPr/>
          </p:nvSpPr>
          <p:spPr bwMode="auto">
            <a:xfrm>
              <a:off x="3238" y="3729"/>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02" name="Freeform 66">
              <a:extLst>
                <a:ext uri="{FF2B5EF4-FFF2-40B4-BE49-F238E27FC236}">
                  <a16:creationId xmlns:a16="http://schemas.microsoft.com/office/drawing/2014/main" id="{CC5FF575-F7DC-4799-AC2D-A0E165DB7454}"/>
                </a:ext>
              </a:extLst>
            </p:cNvPr>
            <p:cNvSpPr>
              <a:spLocks/>
            </p:cNvSpPr>
            <p:nvPr/>
          </p:nvSpPr>
          <p:spPr bwMode="auto">
            <a:xfrm>
              <a:off x="3338" y="3729"/>
              <a:ext cx="17" cy="1"/>
            </a:xfrm>
            <a:custGeom>
              <a:avLst/>
              <a:gdLst>
                <a:gd name="T0" fmla="*/ 0 w 17"/>
                <a:gd name="T1" fmla="*/ 0 h 1"/>
                <a:gd name="T2" fmla="*/ 17 w 17"/>
                <a:gd name="T3" fmla="*/ 0 h 1"/>
                <a:gd name="T4" fmla="*/ 0 w 17"/>
                <a:gd name="T5" fmla="*/ 0 h 1"/>
                <a:gd name="T6" fmla="*/ 0 60000 65536"/>
                <a:gd name="T7" fmla="*/ 0 60000 65536"/>
                <a:gd name="T8" fmla="*/ 0 60000 65536"/>
                <a:gd name="T9" fmla="*/ 0 w 17"/>
                <a:gd name="T10" fmla="*/ 0 h 1"/>
                <a:gd name="T11" fmla="*/ 17 w 17"/>
                <a:gd name="T12" fmla="*/ 1 h 1"/>
              </a:gdLst>
              <a:ahLst/>
              <a:cxnLst>
                <a:cxn ang="T6">
                  <a:pos x="T0" y="T1"/>
                </a:cxn>
                <a:cxn ang="T7">
                  <a:pos x="T2" y="T3"/>
                </a:cxn>
                <a:cxn ang="T8">
                  <a:pos x="T4" y="T5"/>
                </a:cxn>
              </a:cxnLst>
              <a:rect l="T9" t="T10" r="T11" b="T12"/>
              <a:pathLst>
                <a:path w="17" h="1">
                  <a:moveTo>
                    <a:pt x="0" y="0"/>
                  </a:moveTo>
                  <a:lnTo>
                    <a:pt x="17" y="0"/>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40003" name="Line 67">
              <a:extLst>
                <a:ext uri="{FF2B5EF4-FFF2-40B4-BE49-F238E27FC236}">
                  <a16:creationId xmlns:a16="http://schemas.microsoft.com/office/drawing/2014/main" id="{8BB18459-9FD8-4BD4-87F3-097FE14C5644}"/>
                </a:ext>
              </a:extLst>
            </p:cNvPr>
            <p:cNvSpPr>
              <a:spLocks noChangeShapeType="1"/>
            </p:cNvSpPr>
            <p:nvPr/>
          </p:nvSpPr>
          <p:spPr bwMode="auto">
            <a:xfrm flipH="1" flipV="1">
              <a:off x="3254" y="3652"/>
              <a:ext cx="18"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04" name="Line 68">
              <a:extLst>
                <a:ext uri="{FF2B5EF4-FFF2-40B4-BE49-F238E27FC236}">
                  <a16:creationId xmlns:a16="http://schemas.microsoft.com/office/drawing/2014/main" id="{940BB27F-4D53-4E77-90AC-DC619F1766C3}"/>
                </a:ext>
              </a:extLst>
            </p:cNvPr>
            <p:cNvSpPr>
              <a:spLocks noChangeShapeType="1"/>
            </p:cNvSpPr>
            <p:nvPr/>
          </p:nvSpPr>
          <p:spPr bwMode="auto">
            <a:xfrm flipH="1" flipV="1">
              <a:off x="3171" y="3595"/>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05" name="Line 69">
              <a:extLst>
                <a:ext uri="{FF2B5EF4-FFF2-40B4-BE49-F238E27FC236}">
                  <a16:creationId xmlns:a16="http://schemas.microsoft.com/office/drawing/2014/main" id="{26321C6B-D48B-4273-9C38-694108691B50}"/>
                </a:ext>
              </a:extLst>
            </p:cNvPr>
            <p:cNvSpPr>
              <a:spLocks noChangeShapeType="1"/>
            </p:cNvSpPr>
            <p:nvPr/>
          </p:nvSpPr>
          <p:spPr bwMode="auto">
            <a:xfrm flipH="1" flipV="1">
              <a:off x="3087" y="3538"/>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06" name="Line 70">
              <a:extLst>
                <a:ext uri="{FF2B5EF4-FFF2-40B4-BE49-F238E27FC236}">
                  <a16:creationId xmlns:a16="http://schemas.microsoft.com/office/drawing/2014/main" id="{DEF16F77-0B5B-4C22-8509-D75A9E17D698}"/>
                </a:ext>
              </a:extLst>
            </p:cNvPr>
            <p:cNvSpPr>
              <a:spLocks noChangeShapeType="1"/>
            </p:cNvSpPr>
            <p:nvPr/>
          </p:nvSpPr>
          <p:spPr bwMode="auto">
            <a:xfrm flipH="1">
              <a:off x="3004" y="3481"/>
              <a:ext cx="1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07" name="Line 71">
              <a:extLst>
                <a:ext uri="{FF2B5EF4-FFF2-40B4-BE49-F238E27FC236}">
                  <a16:creationId xmlns:a16="http://schemas.microsoft.com/office/drawing/2014/main" id="{7F04B4FD-C6CB-4120-94FB-EE5A7865A5DA}"/>
                </a:ext>
              </a:extLst>
            </p:cNvPr>
            <p:cNvSpPr>
              <a:spLocks noChangeShapeType="1"/>
            </p:cNvSpPr>
            <p:nvPr/>
          </p:nvSpPr>
          <p:spPr bwMode="auto">
            <a:xfrm flipH="1" flipV="1">
              <a:off x="2921" y="3404"/>
              <a:ext cx="16"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08" name="Line 72">
              <a:extLst>
                <a:ext uri="{FF2B5EF4-FFF2-40B4-BE49-F238E27FC236}">
                  <a16:creationId xmlns:a16="http://schemas.microsoft.com/office/drawing/2014/main" id="{8FD1BA59-8DCE-4835-861E-D7E262EA9876}"/>
                </a:ext>
              </a:extLst>
            </p:cNvPr>
            <p:cNvSpPr>
              <a:spLocks noChangeShapeType="1"/>
            </p:cNvSpPr>
            <p:nvPr/>
          </p:nvSpPr>
          <p:spPr bwMode="auto">
            <a:xfrm flipH="1" flipV="1">
              <a:off x="2837" y="3347"/>
              <a:ext cx="16"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09" name="Line 73">
              <a:extLst>
                <a:ext uri="{FF2B5EF4-FFF2-40B4-BE49-F238E27FC236}">
                  <a16:creationId xmlns:a16="http://schemas.microsoft.com/office/drawing/2014/main" id="{F667D66D-1200-42B1-AEDE-3C60F7BD89F9}"/>
                </a:ext>
              </a:extLst>
            </p:cNvPr>
            <p:cNvSpPr>
              <a:spLocks noChangeShapeType="1"/>
            </p:cNvSpPr>
            <p:nvPr/>
          </p:nvSpPr>
          <p:spPr bwMode="auto">
            <a:xfrm flipH="1" flipV="1">
              <a:off x="2753" y="3290"/>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10" name="Line 74">
              <a:extLst>
                <a:ext uri="{FF2B5EF4-FFF2-40B4-BE49-F238E27FC236}">
                  <a16:creationId xmlns:a16="http://schemas.microsoft.com/office/drawing/2014/main" id="{B1399425-D327-44AA-88CD-DEEB8EB621E7}"/>
                </a:ext>
              </a:extLst>
            </p:cNvPr>
            <p:cNvSpPr>
              <a:spLocks noChangeShapeType="1"/>
            </p:cNvSpPr>
            <p:nvPr/>
          </p:nvSpPr>
          <p:spPr bwMode="auto">
            <a:xfrm flipH="1" flipV="1">
              <a:off x="2670" y="3213"/>
              <a:ext cx="16"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11" name="Line 75">
              <a:extLst>
                <a:ext uri="{FF2B5EF4-FFF2-40B4-BE49-F238E27FC236}">
                  <a16:creationId xmlns:a16="http://schemas.microsoft.com/office/drawing/2014/main" id="{65E44A55-A5D3-4087-BA3D-9EE23BFB1A16}"/>
                </a:ext>
              </a:extLst>
            </p:cNvPr>
            <p:cNvSpPr>
              <a:spLocks noChangeShapeType="1"/>
            </p:cNvSpPr>
            <p:nvPr/>
          </p:nvSpPr>
          <p:spPr bwMode="auto">
            <a:xfrm flipH="1" flipV="1">
              <a:off x="2586" y="3156"/>
              <a:ext cx="16"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12" name="Line 76">
              <a:extLst>
                <a:ext uri="{FF2B5EF4-FFF2-40B4-BE49-F238E27FC236}">
                  <a16:creationId xmlns:a16="http://schemas.microsoft.com/office/drawing/2014/main" id="{AD3A1477-5CD2-432D-A9EA-B2C55072BEF2}"/>
                </a:ext>
              </a:extLst>
            </p:cNvPr>
            <p:cNvSpPr>
              <a:spLocks noChangeShapeType="1"/>
            </p:cNvSpPr>
            <p:nvPr/>
          </p:nvSpPr>
          <p:spPr bwMode="auto">
            <a:xfrm flipH="1" flipV="1">
              <a:off x="2502" y="3099"/>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13" name="Line 77">
              <a:extLst>
                <a:ext uri="{FF2B5EF4-FFF2-40B4-BE49-F238E27FC236}">
                  <a16:creationId xmlns:a16="http://schemas.microsoft.com/office/drawing/2014/main" id="{D69219C4-1FBB-451E-85AC-15A6080BA35D}"/>
                </a:ext>
              </a:extLst>
            </p:cNvPr>
            <p:cNvSpPr>
              <a:spLocks noChangeShapeType="1"/>
            </p:cNvSpPr>
            <p:nvPr/>
          </p:nvSpPr>
          <p:spPr bwMode="auto">
            <a:xfrm flipH="1">
              <a:off x="2419" y="3042"/>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14" name="Line 78">
              <a:extLst>
                <a:ext uri="{FF2B5EF4-FFF2-40B4-BE49-F238E27FC236}">
                  <a16:creationId xmlns:a16="http://schemas.microsoft.com/office/drawing/2014/main" id="{E5420C99-3ABF-4481-995C-B84725EEA21C}"/>
                </a:ext>
              </a:extLst>
            </p:cNvPr>
            <p:cNvSpPr>
              <a:spLocks noChangeShapeType="1"/>
            </p:cNvSpPr>
            <p:nvPr/>
          </p:nvSpPr>
          <p:spPr bwMode="auto">
            <a:xfrm flipH="1" flipV="1">
              <a:off x="2335" y="2965"/>
              <a:ext cx="16" cy="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15" name="Line 79">
              <a:extLst>
                <a:ext uri="{FF2B5EF4-FFF2-40B4-BE49-F238E27FC236}">
                  <a16:creationId xmlns:a16="http://schemas.microsoft.com/office/drawing/2014/main" id="{6556C409-D57B-4D95-AE22-A8F0236A2907}"/>
                </a:ext>
              </a:extLst>
            </p:cNvPr>
            <p:cNvSpPr>
              <a:spLocks noChangeShapeType="1"/>
            </p:cNvSpPr>
            <p:nvPr/>
          </p:nvSpPr>
          <p:spPr bwMode="auto">
            <a:xfrm flipH="1" flipV="1">
              <a:off x="2251" y="2908"/>
              <a:ext cx="17" cy="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16" name="Line 80">
              <a:extLst>
                <a:ext uri="{FF2B5EF4-FFF2-40B4-BE49-F238E27FC236}">
                  <a16:creationId xmlns:a16="http://schemas.microsoft.com/office/drawing/2014/main" id="{67B06B62-8292-429B-93E1-1AA63A741D1D}"/>
                </a:ext>
              </a:extLst>
            </p:cNvPr>
            <p:cNvSpPr>
              <a:spLocks noChangeShapeType="1"/>
            </p:cNvSpPr>
            <p:nvPr/>
          </p:nvSpPr>
          <p:spPr bwMode="auto">
            <a:xfrm flipH="1">
              <a:off x="2168" y="2851"/>
              <a:ext cx="1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0017" name="Rectangle 81">
              <a:extLst>
                <a:ext uri="{FF2B5EF4-FFF2-40B4-BE49-F238E27FC236}">
                  <a16:creationId xmlns:a16="http://schemas.microsoft.com/office/drawing/2014/main" id="{650AA0FC-632B-41EC-9B06-66E635457FD6}"/>
                </a:ext>
              </a:extLst>
            </p:cNvPr>
            <p:cNvSpPr>
              <a:spLocks noChangeArrowheads="1"/>
            </p:cNvSpPr>
            <p:nvPr/>
          </p:nvSpPr>
          <p:spPr bwMode="auto">
            <a:xfrm>
              <a:off x="480" y="2993"/>
              <a:ext cx="91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File system of</a:t>
              </a:r>
              <a:endParaRPr lang="en-GB" altLang="en-US" sz="2215">
                <a:latin typeface="Times" panose="02020603050405020304" pitchFamily="18" charset="0"/>
              </a:endParaRPr>
            </a:p>
          </p:txBody>
        </p:sp>
        <p:sp>
          <p:nvSpPr>
            <p:cNvPr id="40018" name="Rectangle 82">
              <a:extLst>
                <a:ext uri="{FF2B5EF4-FFF2-40B4-BE49-F238E27FC236}">
                  <a16:creationId xmlns:a16="http://schemas.microsoft.com/office/drawing/2014/main" id="{B15A855E-2693-4321-9CFE-B7FF0B5ABFC6}"/>
                </a:ext>
              </a:extLst>
            </p:cNvPr>
            <p:cNvSpPr>
              <a:spLocks noChangeArrowheads="1"/>
            </p:cNvSpPr>
            <p:nvPr/>
          </p:nvSpPr>
          <p:spPr bwMode="auto">
            <a:xfrm>
              <a:off x="480" y="3165"/>
              <a:ext cx="87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GB" altLang="en-US" sz="1569">
                  <a:solidFill>
                    <a:srgbClr val="000000"/>
                  </a:solidFill>
                  <a:latin typeface="Arial" panose="020B0604020202020204" pitchFamily="34" charset="0"/>
                </a:rPr>
                <a:t>www.w3c.org</a:t>
              </a:r>
              <a:endParaRPr lang="en-GB" altLang="en-US" sz="2215">
                <a:latin typeface="Times" panose="02020603050405020304" pitchFamily="18" charset="0"/>
              </a:endParaRPr>
            </a:p>
          </p:txBody>
        </p:sp>
        <p:sp>
          <p:nvSpPr>
            <p:cNvPr id="40019" name="Oval 83">
              <a:extLst>
                <a:ext uri="{FF2B5EF4-FFF2-40B4-BE49-F238E27FC236}">
                  <a16:creationId xmlns:a16="http://schemas.microsoft.com/office/drawing/2014/main" id="{E1401A53-F6A7-486E-8FA9-CE0BAD05ADD2}"/>
                </a:ext>
              </a:extLst>
            </p:cNvPr>
            <p:cNvSpPr>
              <a:spLocks noChangeArrowheads="1"/>
            </p:cNvSpPr>
            <p:nvPr/>
          </p:nvSpPr>
          <p:spPr bwMode="auto">
            <a:xfrm>
              <a:off x="2034" y="1210"/>
              <a:ext cx="184" cy="191"/>
            </a:xfrm>
            <a:prstGeom prst="ellipse">
              <a:avLst/>
            </a:prstGeom>
            <a:solidFill>
              <a:srgbClr val="FFFFFF"/>
            </a:solidFill>
            <a:ln w="25400">
              <a:solidFill>
                <a:srgbClr val="000000"/>
              </a:solidFill>
              <a:round/>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0020" name="Rectangle 84">
              <a:extLst>
                <a:ext uri="{FF2B5EF4-FFF2-40B4-BE49-F238E27FC236}">
                  <a16:creationId xmlns:a16="http://schemas.microsoft.com/office/drawing/2014/main" id="{CC5A67C2-23E7-465F-AAB8-2DDF7F5FAC31}"/>
                </a:ext>
              </a:extLst>
            </p:cNvPr>
            <p:cNvSpPr>
              <a:spLocks noChangeArrowheads="1"/>
            </p:cNvSpPr>
            <p:nvPr/>
          </p:nvSpPr>
          <p:spPr bwMode="auto">
            <a:xfrm>
              <a:off x="1767" y="2012"/>
              <a:ext cx="200" cy="248"/>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0021" name="Rectangle 85">
              <a:extLst>
                <a:ext uri="{FF2B5EF4-FFF2-40B4-BE49-F238E27FC236}">
                  <a16:creationId xmlns:a16="http://schemas.microsoft.com/office/drawing/2014/main" id="{0C3CE42B-5BEC-4017-B1D4-75854C5F14D3}"/>
                </a:ext>
              </a:extLst>
            </p:cNvPr>
            <p:cNvSpPr>
              <a:spLocks noChangeArrowheads="1"/>
            </p:cNvSpPr>
            <p:nvPr/>
          </p:nvSpPr>
          <p:spPr bwMode="auto">
            <a:xfrm>
              <a:off x="1767" y="2012"/>
              <a:ext cx="217" cy="266"/>
            </a:xfrm>
            <a:prstGeom prst="rect">
              <a:avLst/>
            </a:prstGeom>
            <a:noFill/>
            <a:ln w="25400">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0022" name="Oval 86">
              <a:extLst>
                <a:ext uri="{FF2B5EF4-FFF2-40B4-BE49-F238E27FC236}">
                  <a16:creationId xmlns:a16="http://schemas.microsoft.com/office/drawing/2014/main" id="{1DD70967-22BF-4643-A289-D88DAF6E0CCB}"/>
                </a:ext>
              </a:extLst>
            </p:cNvPr>
            <p:cNvSpPr>
              <a:spLocks noChangeArrowheads="1"/>
            </p:cNvSpPr>
            <p:nvPr/>
          </p:nvSpPr>
          <p:spPr bwMode="auto">
            <a:xfrm>
              <a:off x="1783" y="2031"/>
              <a:ext cx="184" cy="209"/>
            </a:xfrm>
            <a:prstGeom prst="ellipse">
              <a:avLst/>
            </a:prstGeom>
            <a:solidFill>
              <a:srgbClr val="FFFFFF"/>
            </a:solidFill>
            <a:ln w="25400">
              <a:solidFill>
                <a:srgbClr val="000000"/>
              </a:solidFill>
              <a:round/>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0023" name="Rectangle 87">
              <a:extLst>
                <a:ext uri="{FF2B5EF4-FFF2-40B4-BE49-F238E27FC236}">
                  <a16:creationId xmlns:a16="http://schemas.microsoft.com/office/drawing/2014/main" id="{D86309C9-B13A-4E46-AF80-E8FCB118DDAD}"/>
                </a:ext>
              </a:extLst>
            </p:cNvPr>
            <p:cNvSpPr>
              <a:spLocks noChangeArrowheads="1"/>
            </p:cNvSpPr>
            <p:nvPr/>
          </p:nvSpPr>
          <p:spPr bwMode="auto">
            <a:xfrm>
              <a:off x="2000" y="2508"/>
              <a:ext cx="201" cy="266"/>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0024" name="Rectangle 88">
              <a:extLst>
                <a:ext uri="{FF2B5EF4-FFF2-40B4-BE49-F238E27FC236}">
                  <a16:creationId xmlns:a16="http://schemas.microsoft.com/office/drawing/2014/main" id="{AE9B73C1-A5D1-4DB5-98EC-4055DA7E5B71}"/>
                </a:ext>
              </a:extLst>
            </p:cNvPr>
            <p:cNvSpPr>
              <a:spLocks noChangeArrowheads="1"/>
            </p:cNvSpPr>
            <p:nvPr/>
          </p:nvSpPr>
          <p:spPr bwMode="auto">
            <a:xfrm>
              <a:off x="2000" y="2508"/>
              <a:ext cx="218" cy="286"/>
            </a:xfrm>
            <a:prstGeom prst="rect">
              <a:avLst/>
            </a:prstGeom>
            <a:noFill/>
            <a:ln w="25400">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0025" name="Oval 89">
              <a:extLst>
                <a:ext uri="{FF2B5EF4-FFF2-40B4-BE49-F238E27FC236}">
                  <a16:creationId xmlns:a16="http://schemas.microsoft.com/office/drawing/2014/main" id="{B0EE28CB-C2CE-4F57-822D-84BF0CC16D4A}"/>
                </a:ext>
              </a:extLst>
            </p:cNvPr>
            <p:cNvSpPr>
              <a:spLocks noChangeArrowheads="1"/>
            </p:cNvSpPr>
            <p:nvPr/>
          </p:nvSpPr>
          <p:spPr bwMode="auto">
            <a:xfrm>
              <a:off x="2017" y="2526"/>
              <a:ext cx="167" cy="210"/>
            </a:xfrm>
            <a:prstGeom prst="ellipse">
              <a:avLst/>
            </a:prstGeom>
            <a:solidFill>
              <a:srgbClr val="FFFFFF"/>
            </a:solidFill>
            <a:ln w="25400">
              <a:solidFill>
                <a:srgbClr val="000000"/>
              </a:solidFill>
              <a:round/>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0026" name="Oval 90">
              <a:extLst>
                <a:ext uri="{FF2B5EF4-FFF2-40B4-BE49-F238E27FC236}">
                  <a16:creationId xmlns:a16="http://schemas.microsoft.com/office/drawing/2014/main" id="{1586EFE2-AB80-4FD9-9000-4C98A340A0E1}"/>
                </a:ext>
              </a:extLst>
            </p:cNvPr>
            <p:cNvSpPr>
              <a:spLocks noChangeArrowheads="1"/>
            </p:cNvSpPr>
            <p:nvPr/>
          </p:nvSpPr>
          <p:spPr bwMode="auto">
            <a:xfrm>
              <a:off x="4492" y="1267"/>
              <a:ext cx="185" cy="211"/>
            </a:xfrm>
            <a:prstGeom prst="ellipse">
              <a:avLst/>
            </a:prstGeom>
            <a:solidFill>
              <a:srgbClr val="FFFFFF"/>
            </a:solidFill>
            <a:ln w="25400">
              <a:solidFill>
                <a:srgbClr val="000000"/>
              </a:solidFill>
              <a:round/>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0027" name="Oval 91">
              <a:extLst>
                <a:ext uri="{FF2B5EF4-FFF2-40B4-BE49-F238E27FC236}">
                  <a16:creationId xmlns:a16="http://schemas.microsoft.com/office/drawing/2014/main" id="{BAB44464-B677-4F24-95C5-5A61D5C6D28D}"/>
                </a:ext>
              </a:extLst>
            </p:cNvPr>
            <p:cNvSpPr>
              <a:spLocks noChangeArrowheads="1"/>
            </p:cNvSpPr>
            <p:nvPr/>
          </p:nvSpPr>
          <p:spPr bwMode="auto">
            <a:xfrm>
              <a:off x="4810" y="1935"/>
              <a:ext cx="184" cy="210"/>
            </a:xfrm>
            <a:prstGeom prst="ellipse">
              <a:avLst/>
            </a:prstGeom>
            <a:solidFill>
              <a:srgbClr val="FFFFFF"/>
            </a:solidFill>
            <a:ln w="25400">
              <a:solidFill>
                <a:srgbClr val="000000"/>
              </a:solidFill>
              <a:round/>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0028" name="Oval 92">
              <a:extLst>
                <a:ext uri="{FF2B5EF4-FFF2-40B4-BE49-F238E27FC236}">
                  <a16:creationId xmlns:a16="http://schemas.microsoft.com/office/drawing/2014/main" id="{2C33FDE2-F361-4BEE-A188-716FF6ED5A7A}"/>
                </a:ext>
              </a:extLst>
            </p:cNvPr>
            <p:cNvSpPr>
              <a:spLocks noChangeArrowheads="1"/>
            </p:cNvSpPr>
            <p:nvPr/>
          </p:nvSpPr>
          <p:spPr bwMode="auto">
            <a:xfrm>
              <a:off x="4693" y="2660"/>
              <a:ext cx="184" cy="210"/>
            </a:xfrm>
            <a:prstGeom prst="ellipse">
              <a:avLst/>
            </a:prstGeom>
            <a:solidFill>
              <a:srgbClr val="FFFFFF"/>
            </a:solidFill>
            <a:ln w="25400">
              <a:solidFill>
                <a:srgbClr val="000000"/>
              </a:solidFill>
              <a:round/>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grpSp>
      <p:sp>
        <p:nvSpPr>
          <p:cNvPr id="39939" name="Slide Number Placeholder 92">
            <a:extLst>
              <a:ext uri="{FF2B5EF4-FFF2-40B4-BE49-F238E27FC236}">
                <a16:creationId xmlns:a16="http://schemas.microsoft.com/office/drawing/2014/main" id="{1099CB81-852E-4D94-B89C-63F1B7D571C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15">
                <a:solidFill>
                  <a:schemeClr val="tx1"/>
                </a:solidFill>
                <a:latin typeface="Times New Roman" panose="02020603050405020304" pitchFamily="18" charset="0"/>
                <a:ea typeface="ＭＳ Ｐゴシック" panose="020B0600070205080204" pitchFamily="34" charset="-128"/>
              </a:defRPr>
            </a:lvl1pPr>
            <a:lvl2pPr marL="685817" indent="-263776">
              <a:defRPr sz="2215">
                <a:solidFill>
                  <a:schemeClr val="tx1"/>
                </a:solidFill>
                <a:latin typeface="Times New Roman" panose="02020603050405020304" pitchFamily="18" charset="0"/>
                <a:ea typeface="ＭＳ Ｐゴシック" panose="020B0600070205080204" pitchFamily="34" charset="-128"/>
              </a:defRPr>
            </a:lvl2pPr>
            <a:lvl3pPr marL="1055103" indent="-211021">
              <a:defRPr sz="2215">
                <a:solidFill>
                  <a:schemeClr val="tx1"/>
                </a:solidFill>
                <a:latin typeface="Times New Roman" panose="02020603050405020304" pitchFamily="18" charset="0"/>
                <a:ea typeface="ＭＳ Ｐゴシック" panose="020B0600070205080204" pitchFamily="34" charset="-128"/>
              </a:defRPr>
            </a:lvl3pPr>
            <a:lvl4pPr marL="1477145" indent="-211021">
              <a:defRPr sz="2215">
                <a:solidFill>
                  <a:schemeClr val="tx1"/>
                </a:solidFill>
                <a:latin typeface="Times New Roman" panose="02020603050405020304" pitchFamily="18" charset="0"/>
                <a:ea typeface="ＭＳ Ｐゴシック" panose="020B0600070205080204" pitchFamily="34" charset="-128"/>
              </a:defRPr>
            </a:lvl4pPr>
            <a:lvl5pPr marL="1899186" indent="-211021">
              <a:defRPr sz="2215">
                <a:solidFill>
                  <a:schemeClr val="tx1"/>
                </a:solidFill>
                <a:latin typeface="Times New Roman" panose="02020603050405020304" pitchFamily="18" charset="0"/>
                <a:ea typeface="ＭＳ Ｐゴシック" panose="020B0600070205080204" pitchFamily="34" charset="-128"/>
              </a:defRPr>
            </a:lvl5pPr>
            <a:lvl6pPr marL="2321227"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6pPr>
            <a:lvl7pPr marL="2743269"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7pPr>
            <a:lvl8pPr marL="3165310"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8pPr>
            <a:lvl9pPr marL="3587351"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9pPr>
          </a:lstStyle>
          <a:p>
            <a:fld id="{B1EA3B0B-AE47-4F30-84F3-69B16B8BB38D}" type="slidenum">
              <a:rPr lang="en-US" altLang="en-US" sz="1292">
                <a:solidFill>
                  <a:srgbClr val="FFFFFF"/>
                </a:solidFill>
              </a:rPr>
              <a:pPr/>
              <a:t>27</a:t>
            </a:fld>
            <a:endParaRPr lang="en-US" altLang="en-US" sz="1292">
              <a:solidFill>
                <a:srgbClr val="FFFFFF"/>
              </a:solidFill>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D288B198-4D44-4A8B-AE51-BE997D1444CF}"/>
              </a:ext>
            </a:extLst>
          </p:cNvPr>
          <p:cNvSpPr>
            <a:spLocks noGrp="1" noChangeArrowheads="1"/>
          </p:cNvSpPr>
          <p:nvPr>
            <p:ph type="title"/>
          </p:nvPr>
        </p:nvSpPr>
        <p:spPr/>
        <p:txBody>
          <a:bodyPr/>
          <a:lstStyle/>
          <a:p>
            <a:pPr eaLnBrk="1" fontAlgn="auto" hangingPunct="1">
              <a:spcAft>
                <a:spcPts val="0"/>
              </a:spcAft>
              <a:defRPr/>
            </a:pPr>
            <a:r>
              <a:rPr lang="en-US" altLang="zh-TW">
                <a:ea typeface="+mj-ea"/>
                <a:cs typeface="+mj-cs"/>
              </a:rPr>
              <a:t>2.5  Mobile and Ubiquitous Computing</a:t>
            </a:r>
          </a:p>
        </p:txBody>
      </p:sp>
      <p:grpSp>
        <p:nvGrpSpPr>
          <p:cNvPr id="41986" name="Group 99">
            <a:extLst>
              <a:ext uri="{FF2B5EF4-FFF2-40B4-BE49-F238E27FC236}">
                <a16:creationId xmlns:a16="http://schemas.microsoft.com/office/drawing/2014/main" id="{ABFD0A0D-DA4D-4CDE-B543-EA03F3D03929}"/>
              </a:ext>
            </a:extLst>
          </p:cNvPr>
          <p:cNvGrpSpPr>
            <a:grpSpLocks/>
          </p:cNvGrpSpPr>
          <p:nvPr/>
        </p:nvGrpSpPr>
        <p:grpSpPr bwMode="auto">
          <a:xfrm>
            <a:off x="517282" y="1976804"/>
            <a:ext cx="8297008" cy="3796811"/>
            <a:chOff x="353" y="1169"/>
            <a:chExt cx="5662" cy="2591"/>
          </a:xfrm>
        </p:grpSpPr>
        <p:sp>
          <p:nvSpPr>
            <p:cNvPr id="41988" name="Line 4">
              <a:extLst>
                <a:ext uri="{FF2B5EF4-FFF2-40B4-BE49-F238E27FC236}">
                  <a16:creationId xmlns:a16="http://schemas.microsoft.com/office/drawing/2014/main" id="{C83CF2E4-91A6-4C47-8F1C-CF06B6C4280E}"/>
                </a:ext>
              </a:extLst>
            </p:cNvPr>
            <p:cNvSpPr>
              <a:spLocks noChangeShapeType="1"/>
            </p:cNvSpPr>
            <p:nvPr/>
          </p:nvSpPr>
          <p:spPr bwMode="auto">
            <a:xfrm flipH="1">
              <a:off x="1482" y="1700"/>
              <a:ext cx="299" cy="515"/>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1989" name="Line 5">
              <a:extLst>
                <a:ext uri="{FF2B5EF4-FFF2-40B4-BE49-F238E27FC236}">
                  <a16:creationId xmlns:a16="http://schemas.microsoft.com/office/drawing/2014/main" id="{4C820A30-98DC-41F1-85B2-58F7345964CD}"/>
                </a:ext>
              </a:extLst>
            </p:cNvPr>
            <p:cNvSpPr>
              <a:spLocks noChangeShapeType="1"/>
            </p:cNvSpPr>
            <p:nvPr/>
          </p:nvSpPr>
          <p:spPr bwMode="auto">
            <a:xfrm>
              <a:off x="1316" y="2597"/>
              <a:ext cx="216" cy="79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1990" name="Line 6">
              <a:extLst>
                <a:ext uri="{FF2B5EF4-FFF2-40B4-BE49-F238E27FC236}">
                  <a16:creationId xmlns:a16="http://schemas.microsoft.com/office/drawing/2014/main" id="{EE4DD051-D748-47FB-B1DB-860754A69DC9}"/>
                </a:ext>
              </a:extLst>
            </p:cNvPr>
            <p:cNvSpPr>
              <a:spLocks noChangeShapeType="1"/>
            </p:cNvSpPr>
            <p:nvPr/>
          </p:nvSpPr>
          <p:spPr bwMode="auto">
            <a:xfrm flipH="1">
              <a:off x="3723" y="1717"/>
              <a:ext cx="34" cy="332"/>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1991" name="Line 7">
              <a:extLst>
                <a:ext uri="{FF2B5EF4-FFF2-40B4-BE49-F238E27FC236}">
                  <a16:creationId xmlns:a16="http://schemas.microsoft.com/office/drawing/2014/main" id="{5E9F6281-58AD-41D8-AF56-3C916AB439B3}"/>
                </a:ext>
              </a:extLst>
            </p:cNvPr>
            <p:cNvSpPr>
              <a:spLocks noChangeShapeType="1"/>
            </p:cNvSpPr>
            <p:nvPr/>
          </p:nvSpPr>
          <p:spPr bwMode="auto">
            <a:xfrm>
              <a:off x="4587" y="1667"/>
              <a:ext cx="398" cy="564"/>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1992" name="Freeform 8">
              <a:extLst>
                <a:ext uri="{FF2B5EF4-FFF2-40B4-BE49-F238E27FC236}">
                  <a16:creationId xmlns:a16="http://schemas.microsoft.com/office/drawing/2014/main" id="{87A16A54-F9C5-4819-AEBA-6C2F5DE3581A}"/>
                </a:ext>
              </a:extLst>
            </p:cNvPr>
            <p:cNvSpPr>
              <a:spLocks/>
            </p:cNvSpPr>
            <p:nvPr/>
          </p:nvSpPr>
          <p:spPr bwMode="auto">
            <a:xfrm>
              <a:off x="1183" y="1169"/>
              <a:ext cx="3819" cy="597"/>
            </a:xfrm>
            <a:custGeom>
              <a:avLst/>
              <a:gdLst>
                <a:gd name="T0" fmla="*/ 99 w 3819"/>
                <a:gd name="T1" fmla="*/ 132 h 597"/>
                <a:gd name="T2" fmla="*/ 166 w 3819"/>
                <a:gd name="T3" fmla="*/ 99 h 597"/>
                <a:gd name="T4" fmla="*/ 382 w 3819"/>
                <a:gd name="T5" fmla="*/ 66 h 597"/>
                <a:gd name="T6" fmla="*/ 598 w 3819"/>
                <a:gd name="T7" fmla="*/ 33 h 597"/>
                <a:gd name="T8" fmla="*/ 764 w 3819"/>
                <a:gd name="T9" fmla="*/ 49 h 597"/>
                <a:gd name="T10" fmla="*/ 896 w 3819"/>
                <a:gd name="T11" fmla="*/ 33 h 597"/>
                <a:gd name="T12" fmla="*/ 1129 w 3819"/>
                <a:gd name="T13" fmla="*/ 33 h 597"/>
                <a:gd name="T14" fmla="*/ 1428 w 3819"/>
                <a:gd name="T15" fmla="*/ 49 h 597"/>
                <a:gd name="T16" fmla="*/ 1727 w 3819"/>
                <a:gd name="T17" fmla="*/ 49 h 597"/>
                <a:gd name="T18" fmla="*/ 2009 w 3819"/>
                <a:gd name="T19" fmla="*/ 49 h 597"/>
                <a:gd name="T20" fmla="*/ 2158 w 3819"/>
                <a:gd name="T21" fmla="*/ 33 h 597"/>
                <a:gd name="T22" fmla="*/ 2308 w 3819"/>
                <a:gd name="T23" fmla="*/ 0 h 597"/>
                <a:gd name="T24" fmla="*/ 2524 w 3819"/>
                <a:gd name="T25" fmla="*/ 0 h 597"/>
                <a:gd name="T26" fmla="*/ 2740 w 3819"/>
                <a:gd name="T27" fmla="*/ 0 h 597"/>
                <a:gd name="T28" fmla="*/ 2922 w 3819"/>
                <a:gd name="T29" fmla="*/ 0 h 597"/>
                <a:gd name="T30" fmla="*/ 3072 w 3819"/>
                <a:gd name="T31" fmla="*/ 16 h 597"/>
                <a:gd name="T32" fmla="*/ 3171 w 3819"/>
                <a:gd name="T33" fmla="*/ 33 h 597"/>
                <a:gd name="T34" fmla="*/ 3337 w 3819"/>
                <a:gd name="T35" fmla="*/ 49 h 597"/>
                <a:gd name="T36" fmla="*/ 3537 w 3819"/>
                <a:gd name="T37" fmla="*/ 99 h 597"/>
                <a:gd name="T38" fmla="*/ 3752 w 3819"/>
                <a:gd name="T39" fmla="*/ 182 h 597"/>
                <a:gd name="T40" fmla="*/ 3802 w 3819"/>
                <a:gd name="T41" fmla="*/ 299 h 597"/>
                <a:gd name="T42" fmla="*/ 3819 w 3819"/>
                <a:gd name="T43" fmla="*/ 365 h 597"/>
                <a:gd name="T44" fmla="*/ 3786 w 3819"/>
                <a:gd name="T45" fmla="*/ 431 h 597"/>
                <a:gd name="T46" fmla="*/ 3686 w 3819"/>
                <a:gd name="T47" fmla="*/ 531 h 597"/>
                <a:gd name="T48" fmla="*/ 3470 w 3819"/>
                <a:gd name="T49" fmla="*/ 581 h 597"/>
                <a:gd name="T50" fmla="*/ 3221 w 3819"/>
                <a:gd name="T51" fmla="*/ 597 h 597"/>
                <a:gd name="T52" fmla="*/ 2939 w 3819"/>
                <a:gd name="T53" fmla="*/ 597 h 597"/>
                <a:gd name="T54" fmla="*/ 2657 w 3819"/>
                <a:gd name="T55" fmla="*/ 581 h 597"/>
                <a:gd name="T56" fmla="*/ 2408 w 3819"/>
                <a:gd name="T57" fmla="*/ 564 h 597"/>
                <a:gd name="T58" fmla="*/ 2158 w 3819"/>
                <a:gd name="T59" fmla="*/ 564 h 597"/>
                <a:gd name="T60" fmla="*/ 1909 w 3819"/>
                <a:gd name="T61" fmla="*/ 548 h 597"/>
                <a:gd name="T62" fmla="*/ 1677 w 3819"/>
                <a:gd name="T63" fmla="*/ 564 h 597"/>
                <a:gd name="T64" fmla="*/ 1478 w 3819"/>
                <a:gd name="T65" fmla="*/ 564 h 597"/>
                <a:gd name="T66" fmla="*/ 1278 w 3819"/>
                <a:gd name="T67" fmla="*/ 581 h 597"/>
                <a:gd name="T68" fmla="*/ 1096 w 3819"/>
                <a:gd name="T69" fmla="*/ 581 h 597"/>
                <a:gd name="T70" fmla="*/ 913 w 3819"/>
                <a:gd name="T71" fmla="*/ 581 h 597"/>
                <a:gd name="T72" fmla="*/ 747 w 3819"/>
                <a:gd name="T73" fmla="*/ 581 h 597"/>
                <a:gd name="T74" fmla="*/ 581 w 3819"/>
                <a:gd name="T75" fmla="*/ 581 h 597"/>
                <a:gd name="T76" fmla="*/ 448 w 3819"/>
                <a:gd name="T77" fmla="*/ 564 h 597"/>
                <a:gd name="T78" fmla="*/ 332 w 3819"/>
                <a:gd name="T79" fmla="*/ 548 h 597"/>
                <a:gd name="T80" fmla="*/ 282 w 3819"/>
                <a:gd name="T81" fmla="*/ 548 h 597"/>
                <a:gd name="T82" fmla="*/ 232 w 3819"/>
                <a:gd name="T83" fmla="*/ 531 h 597"/>
                <a:gd name="T84" fmla="*/ 149 w 3819"/>
                <a:gd name="T85" fmla="*/ 465 h 597"/>
                <a:gd name="T86" fmla="*/ 50 w 3819"/>
                <a:gd name="T87" fmla="*/ 398 h 597"/>
                <a:gd name="T88" fmla="*/ 16 w 3819"/>
                <a:gd name="T89" fmla="*/ 348 h 597"/>
                <a:gd name="T90" fmla="*/ 0 w 3819"/>
                <a:gd name="T91" fmla="*/ 299 h 597"/>
                <a:gd name="T92" fmla="*/ 33 w 3819"/>
                <a:gd name="T93" fmla="*/ 232 h 597"/>
                <a:gd name="T94" fmla="*/ 66 w 3819"/>
                <a:gd name="T95" fmla="*/ 182 h 597"/>
                <a:gd name="T96" fmla="*/ 99 w 3819"/>
                <a:gd name="T97" fmla="*/ 132 h 597"/>
                <a:gd name="T98" fmla="*/ 99 w 3819"/>
                <a:gd name="T99" fmla="*/ 132 h 59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819"/>
                <a:gd name="T151" fmla="*/ 0 h 597"/>
                <a:gd name="T152" fmla="*/ 3819 w 3819"/>
                <a:gd name="T153" fmla="*/ 597 h 597"/>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819" h="597">
                  <a:moveTo>
                    <a:pt x="99" y="132"/>
                  </a:moveTo>
                  <a:lnTo>
                    <a:pt x="166" y="99"/>
                  </a:lnTo>
                  <a:lnTo>
                    <a:pt x="382" y="66"/>
                  </a:lnTo>
                  <a:lnTo>
                    <a:pt x="598" y="33"/>
                  </a:lnTo>
                  <a:lnTo>
                    <a:pt x="764" y="49"/>
                  </a:lnTo>
                  <a:lnTo>
                    <a:pt x="896" y="33"/>
                  </a:lnTo>
                  <a:lnTo>
                    <a:pt x="1129" y="33"/>
                  </a:lnTo>
                  <a:lnTo>
                    <a:pt x="1428" y="49"/>
                  </a:lnTo>
                  <a:lnTo>
                    <a:pt x="1727" y="49"/>
                  </a:lnTo>
                  <a:lnTo>
                    <a:pt x="2009" y="49"/>
                  </a:lnTo>
                  <a:lnTo>
                    <a:pt x="2158" y="33"/>
                  </a:lnTo>
                  <a:lnTo>
                    <a:pt x="2308" y="0"/>
                  </a:lnTo>
                  <a:lnTo>
                    <a:pt x="2524" y="0"/>
                  </a:lnTo>
                  <a:lnTo>
                    <a:pt x="2740" y="0"/>
                  </a:lnTo>
                  <a:lnTo>
                    <a:pt x="2922" y="0"/>
                  </a:lnTo>
                  <a:lnTo>
                    <a:pt x="3072" y="16"/>
                  </a:lnTo>
                  <a:lnTo>
                    <a:pt x="3171" y="33"/>
                  </a:lnTo>
                  <a:lnTo>
                    <a:pt x="3337" y="49"/>
                  </a:lnTo>
                  <a:lnTo>
                    <a:pt x="3537" y="99"/>
                  </a:lnTo>
                  <a:lnTo>
                    <a:pt x="3752" y="182"/>
                  </a:lnTo>
                  <a:lnTo>
                    <a:pt x="3802" y="299"/>
                  </a:lnTo>
                  <a:lnTo>
                    <a:pt x="3819" y="365"/>
                  </a:lnTo>
                  <a:lnTo>
                    <a:pt x="3786" y="431"/>
                  </a:lnTo>
                  <a:lnTo>
                    <a:pt x="3686" y="531"/>
                  </a:lnTo>
                  <a:lnTo>
                    <a:pt x="3470" y="581"/>
                  </a:lnTo>
                  <a:lnTo>
                    <a:pt x="3221" y="597"/>
                  </a:lnTo>
                  <a:lnTo>
                    <a:pt x="2939" y="597"/>
                  </a:lnTo>
                  <a:lnTo>
                    <a:pt x="2657" y="581"/>
                  </a:lnTo>
                  <a:lnTo>
                    <a:pt x="2408" y="564"/>
                  </a:lnTo>
                  <a:lnTo>
                    <a:pt x="2158" y="564"/>
                  </a:lnTo>
                  <a:lnTo>
                    <a:pt x="1909" y="548"/>
                  </a:lnTo>
                  <a:lnTo>
                    <a:pt x="1677" y="564"/>
                  </a:lnTo>
                  <a:lnTo>
                    <a:pt x="1478" y="564"/>
                  </a:lnTo>
                  <a:lnTo>
                    <a:pt x="1278" y="581"/>
                  </a:lnTo>
                  <a:lnTo>
                    <a:pt x="1096" y="581"/>
                  </a:lnTo>
                  <a:lnTo>
                    <a:pt x="913" y="581"/>
                  </a:lnTo>
                  <a:lnTo>
                    <a:pt x="747" y="581"/>
                  </a:lnTo>
                  <a:lnTo>
                    <a:pt x="581" y="581"/>
                  </a:lnTo>
                  <a:lnTo>
                    <a:pt x="448" y="564"/>
                  </a:lnTo>
                  <a:lnTo>
                    <a:pt x="332" y="548"/>
                  </a:lnTo>
                  <a:lnTo>
                    <a:pt x="282" y="548"/>
                  </a:lnTo>
                  <a:lnTo>
                    <a:pt x="232" y="531"/>
                  </a:lnTo>
                  <a:lnTo>
                    <a:pt x="149" y="465"/>
                  </a:lnTo>
                  <a:lnTo>
                    <a:pt x="50" y="398"/>
                  </a:lnTo>
                  <a:lnTo>
                    <a:pt x="16" y="348"/>
                  </a:lnTo>
                  <a:lnTo>
                    <a:pt x="0" y="299"/>
                  </a:lnTo>
                  <a:lnTo>
                    <a:pt x="33" y="232"/>
                  </a:lnTo>
                  <a:lnTo>
                    <a:pt x="66" y="182"/>
                  </a:lnTo>
                  <a:lnTo>
                    <a:pt x="99" y="132"/>
                  </a:lnTo>
                  <a:close/>
                </a:path>
              </a:pathLst>
            </a:custGeom>
            <a:solidFill>
              <a:srgbClr val="FFDC99"/>
            </a:solidFill>
            <a:ln w="26988">
              <a:solidFill>
                <a:srgbClr val="FFDC99"/>
              </a:solidFill>
              <a:prstDash val="solid"/>
              <a:round/>
              <a:headEnd/>
              <a:tailEnd/>
            </a:ln>
          </p:spPr>
          <p:txBody>
            <a:bodyPr/>
            <a:lstStyle/>
            <a:p>
              <a:endParaRPr lang="en-US" sz="2215"/>
            </a:p>
          </p:txBody>
        </p:sp>
        <p:sp>
          <p:nvSpPr>
            <p:cNvPr id="41993" name="Rectangle 9">
              <a:extLst>
                <a:ext uri="{FF2B5EF4-FFF2-40B4-BE49-F238E27FC236}">
                  <a16:creationId xmlns:a16="http://schemas.microsoft.com/office/drawing/2014/main" id="{51F3FBCE-83F0-4CB7-BE83-2B2A6796079F}"/>
                </a:ext>
              </a:extLst>
            </p:cNvPr>
            <p:cNvSpPr>
              <a:spLocks noChangeArrowheads="1"/>
            </p:cNvSpPr>
            <p:nvPr/>
          </p:nvSpPr>
          <p:spPr bwMode="auto">
            <a:xfrm>
              <a:off x="2793" y="3394"/>
              <a:ext cx="45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zh-TW" sz="1569">
                  <a:solidFill>
                    <a:srgbClr val="000000"/>
                  </a:solidFill>
                  <a:latin typeface="Arial" panose="020B0604020202020204" pitchFamily="34" charset="0"/>
                  <a:ea typeface="新細明體" panose="02020500000000000000" pitchFamily="18" charset="-120"/>
                </a:rPr>
                <a:t>Laptop</a:t>
              </a:r>
              <a:endParaRPr lang="en-US" altLang="zh-TW" sz="2215">
                <a:ea typeface="新細明體" panose="02020500000000000000" pitchFamily="18" charset="-120"/>
              </a:endParaRPr>
            </a:p>
          </p:txBody>
        </p:sp>
        <p:sp>
          <p:nvSpPr>
            <p:cNvPr id="41994" name="Rectangle 10">
              <a:extLst>
                <a:ext uri="{FF2B5EF4-FFF2-40B4-BE49-F238E27FC236}">
                  <a16:creationId xmlns:a16="http://schemas.microsoft.com/office/drawing/2014/main" id="{62961833-0D3B-4063-9453-2AACE5FDE36C}"/>
                </a:ext>
              </a:extLst>
            </p:cNvPr>
            <p:cNvSpPr>
              <a:spLocks noChangeArrowheads="1"/>
            </p:cNvSpPr>
            <p:nvPr/>
          </p:nvSpPr>
          <p:spPr bwMode="auto">
            <a:xfrm>
              <a:off x="2877" y="3045"/>
              <a:ext cx="43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zh-TW" sz="1569">
                  <a:solidFill>
                    <a:srgbClr val="000000"/>
                  </a:solidFill>
                  <a:latin typeface="Arial" panose="020B0604020202020204" pitchFamily="34" charset="0"/>
                  <a:ea typeface="新細明體" panose="02020500000000000000" pitchFamily="18" charset="-120"/>
                </a:rPr>
                <a:t>Mobile</a:t>
              </a:r>
              <a:endParaRPr lang="en-US" altLang="zh-TW" sz="2215">
                <a:ea typeface="新細明體" panose="02020500000000000000" pitchFamily="18" charset="-120"/>
              </a:endParaRPr>
            </a:p>
          </p:txBody>
        </p:sp>
        <p:sp>
          <p:nvSpPr>
            <p:cNvPr id="41995" name="Rectangle 11">
              <a:extLst>
                <a:ext uri="{FF2B5EF4-FFF2-40B4-BE49-F238E27FC236}">
                  <a16:creationId xmlns:a16="http://schemas.microsoft.com/office/drawing/2014/main" id="{E35E89B6-02DA-49F8-9077-5F7BAA47052F}"/>
                </a:ext>
              </a:extLst>
            </p:cNvPr>
            <p:cNvSpPr>
              <a:spLocks noChangeArrowheads="1"/>
            </p:cNvSpPr>
            <p:nvPr/>
          </p:nvSpPr>
          <p:spPr bwMode="auto">
            <a:xfrm>
              <a:off x="1000" y="3361"/>
              <a:ext cx="44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zh-TW" sz="1569">
                  <a:solidFill>
                    <a:srgbClr val="000000"/>
                  </a:solidFill>
                  <a:latin typeface="Arial" panose="020B0604020202020204" pitchFamily="34" charset="0"/>
                  <a:ea typeface="新細明體" panose="02020500000000000000" pitchFamily="18" charset="-120"/>
                </a:rPr>
                <a:t>Printer</a:t>
              </a:r>
              <a:endParaRPr lang="en-US" altLang="zh-TW" sz="2215">
                <a:ea typeface="新細明體" panose="02020500000000000000" pitchFamily="18" charset="-120"/>
              </a:endParaRPr>
            </a:p>
          </p:txBody>
        </p:sp>
        <p:sp>
          <p:nvSpPr>
            <p:cNvPr id="41996" name="Rectangle 12">
              <a:extLst>
                <a:ext uri="{FF2B5EF4-FFF2-40B4-BE49-F238E27FC236}">
                  <a16:creationId xmlns:a16="http://schemas.microsoft.com/office/drawing/2014/main" id="{86D37E36-AFF0-4DBC-8950-09287486DFEC}"/>
                </a:ext>
              </a:extLst>
            </p:cNvPr>
            <p:cNvSpPr>
              <a:spLocks noChangeArrowheads="1"/>
            </p:cNvSpPr>
            <p:nvPr/>
          </p:nvSpPr>
          <p:spPr bwMode="auto">
            <a:xfrm>
              <a:off x="1980" y="3527"/>
              <a:ext cx="50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zh-TW" sz="1569">
                  <a:solidFill>
                    <a:srgbClr val="000000"/>
                  </a:solidFill>
                  <a:latin typeface="Arial" panose="020B0604020202020204" pitchFamily="34" charset="0"/>
                  <a:ea typeface="新細明體" panose="02020500000000000000" pitchFamily="18" charset="-120"/>
                </a:rPr>
                <a:t>Camera</a:t>
              </a:r>
              <a:endParaRPr lang="en-US" altLang="zh-TW" sz="2215">
                <a:ea typeface="新細明體" panose="02020500000000000000" pitchFamily="18" charset="-120"/>
              </a:endParaRPr>
            </a:p>
          </p:txBody>
        </p:sp>
        <p:sp>
          <p:nvSpPr>
            <p:cNvPr id="41997" name="Rectangle 13">
              <a:extLst>
                <a:ext uri="{FF2B5EF4-FFF2-40B4-BE49-F238E27FC236}">
                  <a16:creationId xmlns:a16="http://schemas.microsoft.com/office/drawing/2014/main" id="{BE47F97B-2AB9-45BA-A560-C59EB59798A5}"/>
                </a:ext>
              </a:extLst>
            </p:cNvPr>
            <p:cNvSpPr>
              <a:spLocks noChangeArrowheads="1"/>
            </p:cNvSpPr>
            <p:nvPr/>
          </p:nvSpPr>
          <p:spPr bwMode="auto">
            <a:xfrm>
              <a:off x="2893" y="1368"/>
              <a:ext cx="50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zh-TW" sz="1569">
                  <a:solidFill>
                    <a:srgbClr val="000000"/>
                  </a:solidFill>
                  <a:latin typeface="Arial" panose="020B0604020202020204" pitchFamily="34" charset="0"/>
                  <a:ea typeface="新細明體" panose="02020500000000000000" pitchFamily="18" charset="-120"/>
                </a:rPr>
                <a:t>Internet</a:t>
              </a:r>
              <a:endParaRPr lang="en-US" altLang="zh-TW" sz="2215">
                <a:ea typeface="新細明體" panose="02020500000000000000" pitchFamily="18" charset="-120"/>
              </a:endParaRPr>
            </a:p>
          </p:txBody>
        </p:sp>
        <p:sp>
          <p:nvSpPr>
            <p:cNvPr id="41998" name="Rectangle 14">
              <a:extLst>
                <a:ext uri="{FF2B5EF4-FFF2-40B4-BE49-F238E27FC236}">
                  <a16:creationId xmlns:a16="http://schemas.microsoft.com/office/drawing/2014/main" id="{8A2714AC-A81D-406D-B5CE-D20D12D42E1A}"/>
                </a:ext>
              </a:extLst>
            </p:cNvPr>
            <p:cNvSpPr>
              <a:spLocks noChangeArrowheads="1"/>
            </p:cNvSpPr>
            <p:nvPr/>
          </p:nvSpPr>
          <p:spPr bwMode="auto">
            <a:xfrm>
              <a:off x="3624" y="1999"/>
              <a:ext cx="216" cy="232"/>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1999" name="Rectangle 15">
              <a:extLst>
                <a:ext uri="{FF2B5EF4-FFF2-40B4-BE49-F238E27FC236}">
                  <a16:creationId xmlns:a16="http://schemas.microsoft.com/office/drawing/2014/main" id="{E88E02F7-2916-4F57-9838-2BF74FFE07EC}"/>
                </a:ext>
              </a:extLst>
            </p:cNvPr>
            <p:cNvSpPr>
              <a:spLocks noChangeArrowheads="1"/>
            </p:cNvSpPr>
            <p:nvPr/>
          </p:nvSpPr>
          <p:spPr bwMode="auto">
            <a:xfrm>
              <a:off x="3632" y="2007"/>
              <a:ext cx="216" cy="233"/>
            </a:xfrm>
            <a:prstGeom prst="rect">
              <a:avLst/>
            </a:prstGeom>
            <a:noFill/>
            <a:ln w="26988">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00" name="Freeform 16">
              <a:extLst>
                <a:ext uri="{FF2B5EF4-FFF2-40B4-BE49-F238E27FC236}">
                  <a16:creationId xmlns:a16="http://schemas.microsoft.com/office/drawing/2014/main" id="{08381BC3-A52F-42B4-92A9-99C461C5964C}"/>
                </a:ext>
              </a:extLst>
            </p:cNvPr>
            <p:cNvSpPr>
              <a:spLocks/>
            </p:cNvSpPr>
            <p:nvPr/>
          </p:nvSpPr>
          <p:spPr bwMode="auto">
            <a:xfrm>
              <a:off x="386" y="2099"/>
              <a:ext cx="1395" cy="581"/>
            </a:xfrm>
            <a:custGeom>
              <a:avLst/>
              <a:gdLst>
                <a:gd name="T0" fmla="*/ 50 w 1395"/>
                <a:gd name="T1" fmla="*/ 132 h 581"/>
                <a:gd name="T2" fmla="*/ 66 w 1395"/>
                <a:gd name="T3" fmla="*/ 99 h 581"/>
                <a:gd name="T4" fmla="*/ 149 w 1395"/>
                <a:gd name="T5" fmla="*/ 66 h 581"/>
                <a:gd name="T6" fmla="*/ 232 w 1395"/>
                <a:gd name="T7" fmla="*/ 33 h 581"/>
                <a:gd name="T8" fmla="*/ 282 w 1395"/>
                <a:gd name="T9" fmla="*/ 49 h 581"/>
                <a:gd name="T10" fmla="*/ 332 w 1395"/>
                <a:gd name="T11" fmla="*/ 33 h 581"/>
                <a:gd name="T12" fmla="*/ 415 w 1395"/>
                <a:gd name="T13" fmla="*/ 33 h 581"/>
                <a:gd name="T14" fmla="*/ 515 w 1395"/>
                <a:gd name="T15" fmla="*/ 49 h 581"/>
                <a:gd name="T16" fmla="*/ 631 w 1395"/>
                <a:gd name="T17" fmla="*/ 49 h 581"/>
                <a:gd name="T18" fmla="*/ 730 w 1395"/>
                <a:gd name="T19" fmla="*/ 49 h 581"/>
                <a:gd name="T20" fmla="*/ 780 w 1395"/>
                <a:gd name="T21" fmla="*/ 33 h 581"/>
                <a:gd name="T22" fmla="*/ 847 w 1395"/>
                <a:gd name="T23" fmla="*/ 16 h 581"/>
                <a:gd name="T24" fmla="*/ 913 w 1395"/>
                <a:gd name="T25" fmla="*/ 0 h 581"/>
                <a:gd name="T26" fmla="*/ 996 w 1395"/>
                <a:gd name="T27" fmla="*/ 0 h 581"/>
                <a:gd name="T28" fmla="*/ 1063 w 1395"/>
                <a:gd name="T29" fmla="*/ 0 h 581"/>
                <a:gd name="T30" fmla="*/ 1112 w 1395"/>
                <a:gd name="T31" fmla="*/ 16 h 581"/>
                <a:gd name="T32" fmla="*/ 1162 w 1395"/>
                <a:gd name="T33" fmla="*/ 33 h 581"/>
                <a:gd name="T34" fmla="*/ 1212 w 1395"/>
                <a:gd name="T35" fmla="*/ 49 h 581"/>
                <a:gd name="T36" fmla="*/ 1295 w 1395"/>
                <a:gd name="T37" fmla="*/ 99 h 581"/>
                <a:gd name="T38" fmla="*/ 1361 w 1395"/>
                <a:gd name="T39" fmla="*/ 182 h 581"/>
                <a:gd name="T40" fmla="*/ 1378 w 1395"/>
                <a:gd name="T41" fmla="*/ 299 h 581"/>
                <a:gd name="T42" fmla="*/ 1395 w 1395"/>
                <a:gd name="T43" fmla="*/ 365 h 581"/>
                <a:gd name="T44" fmla="*/ 1378 w 1395"/>
                <a:gd name="T45" fmla="*/ 415 h 581"/>
                <a:gd name="T46" fmla="*/ 1345 w 1395"/>
                <a:gd name="T47" fmla="*/ 514 h 581"/>
                <a:gd name="T48" fmla="*/ 1262 w 1395"/>
                <a:gd name="T49" fmla="*/ 564 h 581"/>
                <a:gd name="T50" fmla="*/ 1179 w 1395"/>
                <a:gd name="T51" fmla="*/ 581 h 581"/>
                <a:gd name="T52" fmla="*/ 1063 w 1395"/>
                <a:gd name="T53" fmla="*/ 581 h 581"/>
                <a:gd name="T54" fmla="*/ 963 w 1395"/>
                <a:gd name="T55" fmla="*/ 564 h 581"/>
                <a:gd name="T56" fmla="*/ 880 w 1395"/>
                <a:gd name="T57" fmla="*/ 548 h 581"/>
                <a:gd name="T58" fmla="*/ 797 w 1395"/>
                <a:gd name="T59" fmla="*/ 548 h 581"/>
                <a:gd name="T60" fmla="*/ 697 w 1395"/>
                <a:gd name="T61" fmla="*/ 548 h 581"/>
                <a:gd name="T62" fmla="*/ 614 w 1395"/>
                <a:gd name="T63" fmla="*/ 548 h 581"/>
                <a:gd name="T64" fmla="*/ 531 w 1395"/>
                <a:gd name="T65" fmla="*/ 548 h 581"/>
                <a:gd name="T66" fmla="*/ 465 w 1395"/>
                <a:gd name="T67" fmla="*/ 564 h 581"/>
                <a:gd name="T68" fmla="*/ 398 w 1395"/>
                <a:gd name="T69" fmla="*/ 564 h 581"/>
                <a:gd name="T70" fmla="*/ 332 w 1395"/>
                <a:gd name="T71" fmla="*/ 564 h 581"/>
                <a:gd name="T72" fmla="*/ 282 w 1395"/>
                <a:gd name="T73" fmla="*/ 564 h 581"/>
                <a:gd name="T74" fmla="*/ 216 w 1395"/>
                <a:gd name="T75" fmla="*/ 564 h 581"/>
                <a:gd name="T76" fmla="*/ 166 w 1395"/>
                <a:gd name="T77" fmla="*/ 564 h 581"/>
                <a:gd name="T78" fmla="*/ 116 w 1395"/>
                <a:gd name="T79" fmla="*/ 548 h 581"/>
                <a:gd name="T80" fmla="*/ 99 w 1395"/>
                <a:gd name="T81" fmla="*/ 531 h 581"/>
                <a:gd name="T82" fmla="*/ 83 w 1395"/>
                <a:gd name="T83" fmla="*/ 514 h 581"/>
                <a:gd name="T84" fmla="*/ 66 w 1395"/>
                <a:gd name="T85" fmla="*/ 465 h 581"/>
                <a:gd name="T86" fmla="*/ 33 w 1395"/>
                <a:gd name="T87" fmla="*/ 398 h 581"/>
                <a:gd name="T88" fmla="*/ 16 w 1395"/>
                <a:gd name="T89" fmla="*/ 332 h 581"/>
                <a:gd name="T90" fmla="*/ 0 w 1395"/>
                <a:gd name="T91" fmla="*/ 282 h 581"/>
                <a:gd name="T92" fmla="*/ 16 w 1395"/>
                <a:gd name="T93" fmla="*/ 232 h 581"/>
                <a:gd name="T94" fmla="*/ 33 w 1395"/>
                <a:gd name="T95" fmla="*/ 166 h 581"/>
                <a:gd name="T96" fmla="*/ 50 w 1395"/>
                <a:gd name="T97" fmla="*/ 132 h 581"/>
                <a:gd name="T98" fmla="*/ 50 w 1395"/>
                <a:gd name="T99" fmla="*/ 132 h 5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395"/>
                <a:gd name="T151" fmla="*/ 0 h 581"/>
                <a:gd name="T152" fmla="*/ 1395 w 1395"/>
                <a:gd name="T153" fmla="*/ 581 h 5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395" h="581">
                  <a:moveTo>
                    <a:pt x="50" y="132"/>
                  </a:moveTo>
                  <a:lnTo>
                    <a:pt x="66" y="99"/>
                  </a:lnTo>
                  <a:lnTo>
                    <a:pt x="149" y="66"/>
                  </a:lnTo>
                  <a:lnTo>
                    <a:pt x="232" y="33"/>
                  </a:lnTo>
                  <a:lnTo>
                    <a:pt x="282" y="49"/>
                  </a:lnTo>
                  <a:lnTo>
                    <a:pt x="332" y="33"/>
                  </a:lnTo>
                  <a:lnTo>
                    <a:pt x="415" y="33"/>
                  </a:lnTo>
                  <a:lnTo>
                    <a:pt x="515" y="49"/>
                  </a:lnTo>
                  <a:lnTo>
                    <a:pt x="631" y="49"/>
                  </a:lnTo>
                  <a:lnTo>
                    <a:pt x="730" y="49"/>
                  </a:lnTo>
                  <a:lnTo>
                    <a:pt x="780" y="33"/>
                  </a:lnTo>
                  <a:lnTo>
                    <a:pt x="847" y="16"/>
                  </a:lnTo>
                  <a:lnTo>
                    <a:pt x="913" y="0"/>
                  </a:lnTo>
                  <a:lnTo>
                    <a:pt x="996" y="0"/>
                  </a:lnTo>
                  <a:lnTo>
                    <a:pt x="1063" y="0"/>
                  </a:lnTo>
                  <a:lnTo>
                    <a:pt x="1112" y="16"/>
                  </a:lnTo>
                  <a:lnTo>
                    <a:pt x="1162" y="33"/>
                  </a:lnTo>
                  <a:lnTo>
                    <a:pt x="1212" y="49"/>
                  </a:lnTo>
                  <a:lnTo>
                    <a:pt x="1295" y="99"/>
                  </a:lnTo>
                  <a:lnTo>
                    <a:pt x="1361" y="182"/>
                  </a:lnTo>
                  <a:lnTo>
                    <a:pt x="1378" y="299"/>
                  </a:lnTo>
                  <a:lnTo>
                    <a:pt x="1395" y="365"/>
                  </a:lnTo>
                  <a:lnTo>
                    <a:pt x="1378" y="415"/>
                  </a:lnTo>
                  <a:lnTo>
                    <a:pt x="1345" y="514"/>
                  </a:lnTo>
                  <a:lnTo>
                    <a:pt x="1262" y="564"/>
                  </a:lnTo>
                  <a:lnTo>
                    <a:pt x="1179" y="581"/>
                  </a:lnTo>
                  <a:lnTo>
                    <a:pt x="1063" y="581"/>
                  </a:lnTo>
                  <a:lnTo>
                    <a:pt x="963" y="564"/>
                  </a:lnTo>
                  <a:lnTo>
                    <a:pt x="880" y="548"/>
                  </a:lnTo>
                  <a:lnTo>
                    <a:pt x="797" y="548"/>
                  </a:lnTo>
                  <a:lnTo>
                    <a:pt x="697" y="548"/>
                  </a:lnTo>
                  <a:lnTo>
                    <a:pt x="614" y="548"/>
                  </a:lnTo>
                  <a:lnTo>
                    <a:pt x="531" y="548"/>
                  </a:lnTo>
                  <a:lnTo>
                    <a:pt x="465" y="564"/>
                  </a:lnTo>
                  <a:lnTo>
                    <a:pt x="398" y="564"/>
                  </a:lnTo>
                  <a:lnTo>
                    <a:pt x="332" y="564"/>
                  </a:lnTo>
                  <a:lnTo>
                    <a:pt x="282" y="564"/>
                  </a:lnTo>
                  <a:lnTo>
                    <a:pt x="216" y="564"/>
                  </a:lnTo>
                  <a:lnTo>
                    <a:pt x="166" y="564"/>
                  </a:lnTo>
                  <a:lnTo>
                    <a:pt x="116" y="548"/>
                  </a:lnTo>
                  <a:lnTo>
                    <a:pt x="99" y="531"/>
                  </a:lnTo>
                  <a:lnTo>
                    <a:pt x="83" y="514"/>
                  </a:lnTo>
                  <a:lnTo>
                    <a:pt x="66" y="465"/>
                  </a:lnTo>
                  <a:lnTo>
                    <a:pt x="33" y="398"/>
                  </a:lnTo>
                  <a:lnTo>
                    <a:pt x="16" y="332"/>
                  </a:lnTo>
                  <a:lnTo>
                    <a:pt x="0" y="282"/>
                  </a:lnTo>
                  <a:lnTo>
                    <a:pt x="16" y="232"/>
                  </a:lnTo>
                  <a:lnTo>
                    <a:pt x="33" y="166"/>
                  </a:lnTo>
                  <a:lnTo>
                    <a:pt x="50" y="132"/>
                  </a:lnTo>
                  <a:close/>
                </a:path>
              </a:pathLst>
            </a:custGeom>
            <a:solidFill>
              <a:srgbClr val="FFDC99"/>
            </a:solidFill>
            <a:ln w="26988">
              <a:solidFill>
                <a:srgbClr val="FFDC99"/>
              </a:solidFill>
              <a:prstDash val="solid"/>
              <a:round/>
              <a:headEnd/>
              <a:tailEnd/>
            </a:ln>
          </p:spPr>
          <p:txBody>
            <a:bodyPr/>
            <a:lstStyle/>
            <a:p>
              <a:endParaRPr lang="en-US" sz="2215"/>
            </a:p>
          </p:txBody>
        </p:sp>
        <p:sp>
          <p:nvSpPr>
            <p:cNvPr id="42001" name="Freeform 17">
              <a:extLst>
                <a:ext uri="{FF2B5EF4-FFF2-40B4-BE49-F238E27FC236}">
                  <a16:creationId xmlns:a16="http://schemas.microsoft.com/office/drawing/2014/main" id="{065AA4EC-3445-4375-BAFD-157B276A5E76}"/>
                </a:ext>
              </a:extLst>
            </p:cNvPr>
            <p:cNvSpPr>
              <a:spLocks/>
            </p:cNvSpPr>
            <p:nvPr/>
          </p:nvSpPr>
          <p:spPr bwMode="auto">
            <a:xfrm>
              <a:off x="4620" y="2082"/>
              <a:ext cx="1395" cy="714"/>
            </a:xfrm>
            <a:custGeom>
              <a:avLst/>
              <a:gdLst>
                <a:gd name="T0" fmla="*/ 50 w 1395"/>
                <a:gd name="T1" fmla="*/ 166 h 714"/>
                <a:gd name="T2" fmla="*/ 66 w 1395"/>
                <a:gd name="T3" fmla="*/ 133 h 714"/>
                <a:gd name="T4" fmla="*/ 149 w 1395"/>
                <a:gd name="T5" fmla="*/ 83 h 714"/>
                <a:gd name="T6" fmla="*/ 232 w 1395"/>
                <a:gd name="T7" fmla="*/ 50 h 714"/>
                <a:gd name="T8" fmla="*/ 282 w 1395"/>
                <a:gd name="T9" fmla="*/ 66 h 714"/>
                <a:gd name="T10" fmla="*/ 332 w 1395"/>
                <a:gd name="T11" fmla="*/ 50 h 714"/>
                <a:gd name="T12" fmla="*/ 415 w 1395"/>
                <a:gd name="T13" fmla="*/ 50 h 714"/>
                <a:gd name="T14" fmla="*/ 515 w 1395"/>
                <a:gd name="T15" fmla="*/ 66 h 714"/>
                <a:gd name="T16" fmla="*/ 631 w 1395"/>
                <a:gd name="T17" fmla="*/ 66 h 714"/>
                <a:gd name="T18" fmla="*/ 731 w 1395"/>
                <a:gd name="T19" fmla="*/ 66 h 714"/>
                <a:gd name="T20" fmla="*/ 780 w 1395"/>
                <a:gd name="T21" fmla="*/ 50 h 714"/>
                <a:gd name="T22" fmla="*/ 847 w 1395"/>
                <a:gd name="T23" fmla="*/ 17 h 714"/>
                <a:gd name="T24" fmla="*/ 913 w 1395"/>
                <a:gd name="T25" fmla="*/ 17 h 714"/>
                <a:gd name="T26" fmla="*/ 996 w 1395"/>
                <a:gd name="T27" fmla="*/ 0 h 714"/>
                <a:gd name="T28" fmla="*/ 1063 w 1395"/>
                <a:gd name="T29" fmla="*/ 17 h 714"/>
                <a:gd name="T30" fmla="*/ 1113 w 1395"/>
                <a:gd name="T31" fmla="*/ 33 h 714"/>
                <a:gd name="T32" fmla="*/ 1162 w 1395"/>
                <a:gd name="T33" fmla="*/ 50 h 714"/>
                <a:gd name="T34" fmla="*/ 1212 w 1395"/>
                <a:gd name="T35" fmla="*/ 66 h 714"/>
                <a:gd name="T36" fmla="*/ 1295 w 1395"/>
                <a:gd name="T37" fmla="*/ 133 h 714"/>
                <a:gd name="T38" fmla="*/ 1362 w 1395"/>
                <a:gd name="T39" fmla="*/ 233 h 714"/>
                <a:gd name="T40" fmla="*/ 1378 w 1395"/>
                <a:gd name="T41" fmla="*/ 349 h 714"/>
                <a:gd name="T42" fmla="*/ 1395 w 1395"/>
                <a:gd name="T43" fmla="*/ 432 h 714"/>
                <a:gd name="T44" fmla="*/ 1378 w 1395"/>
                <a:gd name="T45" fmla="*/ 498 h 714"/>
                <a:gd name="T46" fmla="*/ 1345 w 1395"/>
                <a:gd name="T47" fmla="*/ 615 h 714"/>
                <a:gd name="T48" fmla="*/ 1262 w 1395"/>
                <a:gd name="T49" fmla="*/ 681 h 714"/>
                <a:gd name="T50" fmla="*/ 1179 w 1395"/>
                <a:gd name="T51" fmla="*/ 714 h 714"/>
                <a:gd name="T52" fmla="*/ 1063 w 1395"/>
                <a:gd name="T53" fmla="*/ 698 h 714"/>
                <a:gd name="T54" fmla="*/ 963 w 1395"/>
                <a:gd name="T55" fmla="*/ 681 h 714"/>
                <a:gd name="T56" fmla="*/ 880 w 1395"/>
                <a:gd name="T57" fmla="*/ 664 h 714"/>
                <a:gd name="T58" fmla="*/ 797 w 1395"/>
                <a:gd name="T59" fmla="*/ 648 h 714"/>
                <a:gd name="T60" fmla="*/ 697 w 1395"/>
                <a:gd name="T61" fmla="*/ 648 h 714"/>
                <a:gd name="T62" fmla="*/ 614 w 1395"/>
                <a:gd name="T63" fmla="*/ 648 h 714"/>
                <a:gd name="T64" fmla="*/ 531 w 1395"/>
                <a:gd name="T65" fmla="*/ 664 h 714"/>
                <a:gd name="T66" fmla="*/ 465 w 1395"/>
                <a:gd name="T67" fmla="*/ 681 h 714"/>
                <a:gd name="T68" fmla="*/ 399 w 1395"/>
                <a:gd name="T69" fmla="*/ 681 h 714"/>
                <a:gd name="T70" fmla="*/ 332 w 1395"/>
                <a:gd name="T71" fmla="*/ 698 h 714"/>
                <a:gd name="T72" fmla="*/ 282 w 1395"/>
                <a:gd name="T73" fmla="*/ 698 h 714"/>
                <a:gd name="T74" fmla="*/ 216 w 1395"/>
                <a:gd name="T75" fmla="*/ 681 h 714"/>
                <a:gd name="T76" fmla="*/ 166 w 1395"/>
                <a:gd name="T77" fmla="*/ 664 h 714"/>
                <a:gd name="T78" fmla="*/ 133 w 1395"/>
                <a:gd name="T79" fmla="*/ 648 h 714"/>
                <a:gd name="T80" fmla="*/ 100 w 1395"/>
                <a:gd name="T81" fmla="*/ 631 h 714"/>
                <a:gd name="T82" fmla="*/ 100 w 1395"/>
                <a:gd name="T83" fmla="*/ 615 h 714"/>
                <a:gd name="T84" fmla="*/ 66 w 1395"/>
                <a:gd name="T85" fmla="*/ 548 h 714"/>
                <a:gd name="T86" fmla="*/ 33 w 1395"/>
                <a:gd name="T87" fmla="*/ 482 h 714"/>
                <a:gd name="T88" fmla="*/ 17 w 1395"/>
                <a:gd name="T89" fmla="*/ 415 h 714"/>
                <a:gd name="T90" fmla="*/ 0 w 1395"/>
                <a:gd name="T91" fmla="*/ 349 h 714"/>
                <a:gd name="T92" fmla="*/ 17 w 1395"/>
                <a:gd name="T93" fmla="*/ 282 h 714"/>
                <a:gd name="T94" fmla="*/ 33 w 1395"/>
                <a:gd name="T95" fmla="*/ 216 h 714"/>
                <a:gd name="T96" fmla="*/ 50 w 1395"/>
                <a:gd name="T97" fmla="*/ 166 h 714"/>
                <a:gd name="T98" fmla="*/ 50 w 1395"/>
                <a:gd name="T99" fmla="*/ 166 h 71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395"/>
                <a:gd name="T151" fmla="*/ 0 h 714"/>
                <a:gd name="T152" fmla="*/ 1395 w 1395"/>
                <a:gd name="T153" fmla="*/ 714 h 71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395" h="714">
                  <a:moveTo>
                    <a:pt x="50" y="166"/>
                  </a:moveTo>
                  <a:lnTo>
                    <a:pt x="66" y="133"/>
                  </a:lnTo>
                  <a:lnTo>
                    <a:pt x="149" y="83"/>
                  </a:lnTo>
                  <a:lnTo>
                    <a:pt x="232" y="50"/>
                  </a:lnTo>
                  <a:lnTo>
                    <a:pt x="282" y="66"/>
                  </a:lnTo>
                  <a:lnTo>
                    <a:pt x="332" y="50"/>
                  </a:lnTo>
                  <a:lnTo>
                    <a:pt x="415" y="50"/>
                  </a:lnTo>
                  <a:lnTo>
                    <a:pt x="515" y="66"/>
                  </a:lnTo>
                  <a:lnTo>
                    <a:pt x="631" y="66"/>
                  </a:lnTo>
                  <a:lnTo>
                    <a:pt x="731" y="66"/>
                  </a:lnTo>
                  <a:lnTo>
                    <a:pt x="780" y="50"/>
                  </a:lnTo>
                  <a:lnTo>
                    <a:pt x="847" y="17"/>
                  </a:lnTo>
                  <a:lnTo>
                    <a:pt x="913" y="17"/>
                  </a:lnTo>
                  <a:lnTo>
                    <a:pt x="996" y="0"/>
                  </a:lnTo>
                  <a:lnTo>
                    <a:pt x="1063" y="17"/>
                  </a:lnTo>
                  <a:lnTo>
                    <a:pt x="1113" y="33"/>
                  </a:lnTo>
                  <a:lnTo>
                    <a:pt x="1162" y="50"/>
                  </a:lnTo>
                  <a:lnTo>
                    <a:pt x="1212" y="66"/>
                  </a:lnTo>
                  <a:lnTo>
                    <a:pt x="1295" y="133"/>
                  </a:lnTo>
                  <a:lnTo>
                    <a:pt x="1362" y="233"/>
                  </a:lnTo>
                  <a:lnTo>
                    <a:pt x="1378" y="349"/>
                  </a:lnTo>
                  <a:lnTo>
                    <a:pt x="1395" y="432"/>
                  </a:lnTo>
                  <a:lnTo>
                    <a:pt x="1378" y="498"/>
                  </a:lnTo>
                  <a:lnTo>
                    <a:pt x="1345" y="615"/>
                  </a:lnTo>
                  <a:lnTo>
                    <a:pt x="1262" y="681"/>
                  </a:lnTo>
                  <a:lnTo>
                    <a:pt x="1179" y="714"/>
                  </a:lnTo>
                  <a:lnTo>
                    <a:pt x="1063" y="698"/>
                  </a:lnTo>
                  <a:lnTo>
                    <a:pt x="963" y="681"/>
                  </a:lnTo>
                  <a:lnTo>
                    <a:pt x="880" y="664"/>
                  </a:lnTo>
                  <a:lnTo>
                    <a:pt x="797" y="648"/>
                  </a:lnTo>
                  <a:lnTo>
                    <a:pt x="697" y="648"/>
                  </a:lnTo>
                  <a:lnTo>
                    <a:pt x="614" y="648"/>
                  </a:lnTo>
                  <a:lnTo>
                    <a:pt x="531" y="664"/>
                  </a:lnTo>
                  <a:lnTo>
                    <a:pt x="465" y="681"/>
                  </a:lnTo>
                  <a:lnTo>
                    <a:pt x="399" y="681"/>
                  </a:lnTo>
                  <a:lnTo>
                    <a:pt x="332" y="698"/>
                  </a:lnTo>
                  <a:lnTo>
                    <a:pt x="282" y="698"/>
                  </a:lnTo>
                  <a:lnTo>
                    <a:pt x="216" y="681"/>
                  </a:lnTo>
                  <a:lnTo>
                    <a:pt x="166" y="664"/>
                  </a:lnTo>
                  <a:lnTo>
                    <a:pt x="133" y="648"/>
                  </a:lnTo>
                  <a:lnTo>
                    <a:pt x="100" y="631"/>
                  </a:lnTo>
                  <a:lnTo>
                    <a:pt x="100" y="615"/>
                  </a:lnTo>
                  <a:lnTo>
                    <a:pt x="66" y="548"/>
                  </a:lnTo>
                  <a:lnTo>
                    <a:pt x="33" y="482"/>
                  </a:lnTo>
                  <a:lnTo>
                    <a:pt x="17" y="415"/>
                  </a:lnTo>
                  <a:lnTo>
                    <a:pt x="0" y="349"/>
                  </a:lnTo>
                  <a:lnTo>
                    <a:pt x="17" y="282"/>
                  </a:lnTo>
                  <a:lnTo>
                    <a:pt x="33" y="216"/>
                  </a:lnTo>
                  <a:lnTo>
                    <a:pt x="50" y="166"/>
                  </a:lnTo>
                  <a:close/>
                </a:path>
              </a:pathLst>
            </a:custGeom>
            <a:solidFill>
              <a:srgbClr val="FFDC99"/>
            </a:solidFill>
            <a:ln w="26988">
              <a:solidFill>
                <a:srgbClr val="FFDC99"/>
              </a:solidFill>
              <a:prstDash val="solid"/>
              <a:round/>
              <a:headEnd/>
              <a:tailEnd/>
            </a:ln>
          </p:spPr>
          <p:txBody>
            <a:bodyPr/>
            <a:lstStyle/>
            <a:p>
              <a:endParaRPr lang="en-US" sz="2215"/>
            </a:p>
          </p:txBody>
        </p:sp>
        <p:sp>
          <p:nvSpPr>
            <p:cNvPr id="42002" name="Freeform 18">
              <a:extLst>
                <a:ext uri="{FF2B5EF4-FFF2-40B4-BE49-F238E27FC236}">
                  <a16:creationId xmlns:a16="http://schemas.microsoft.com/office/drawing/2014/main" id="{C27D7446-5BE5-4206-88DD-FA5F3B7DB6D4}"/>
                </a:ext>
              </a:extLst>
            </p:cNvPr>
            <p:cNvSpPr>
              <a:spLocks/>
            </p:cNvSpPr>
            <p:nvPr/>
          </p:nvSpPr>
          <p:spPr bwMode="auto">
            <a:xfrm>
              <a:off x="1631" y="2464"/>
              <a:ext cx="266" cy="316"/>
            </a:xfrm>
            <a:custGeom>
              <a:avLst/>
              <a:gdLst>
                <a:gd name="T0" fmla="*/ 0 w 266"/>
                <a:gd name="T1" fmla="*/ 50 h 316"/>
                <a:gd name="T2" fmla="*/ 83 w 266"/>
                <a:gd name="T3" fmla="*/ 0 h 316"/>
                <a:gd name="T4" fmla="*/ 266 w 266"/>
                <a:gd name="T5" fmla="*/ 249 h 316"/>
                <a:gd name="T6" fmla="*/ 183 w 266"/>
                <a:gd name="T7" fmla="*/ 316 h 316"/>
                <a:gd name="T8" fmla="*/ 0 w 266"/>
                <a:gd name="T9" fmla="*/ 50 h 316"/>
                <a:gd name="T10" fmla="*/ 0 60000 65536"/>
                <a:gd name="T11" fmla="*/ 0 60000 65536"/>
                <a:gd name="T12" fmla="*/ 0 60000 65536"/>
                <a:gd name="T13" fmla="*/ 0 60000 65536"/>
                <a:gd name="T14" fmla="*/ 0 60000 65536"/>
                <a:gd name="T15" fmla="*/ 0 w 266"/>
                <a:gd name="T16" fmla="*/ 0 h 316"/>
                <a:gd name="T17" fmla="*/ 266 w 266"/>
                <a:gd name="T18" fmla="*/ 316 h 316"/>
              </a:gdLst>
              <a:ahLst/>
              <a:cxnLst>
                <a:cxn ang="T10">
                  <a:pos x="T0" y="T1"/>
                </a:cxn>
                <a:cxn ang="T11">
                  <a:pos x="T2" y="T3"/>
                </a:cxn>
                <a:cxn ang="T12">
                  <a:pos x="T4" y="T5"/>
                </a:cxn>
                <a:cxn ang="T13">
                  <a:pos x="T6" y="T7"/>
                </a:cxn>
                <a:cxn ang="T14">
                  <a:pos x="T8" y="T9"/>
                </a:cxn>
              </a:cxnLst>
              <a:rect l="T15" t="T16" r="T17" b="T18"/>
              <a:pathLst>
                <a:path w="266" h="316">
                  <a:moveTo>
                    <a:pt x="0" y="50"/>
                  </a:moveTo>
                  <a:lnTo>
                    <a:pt x="83" y="0"/>
                  </a:lnTo>
                  <a:lnTo>
                    <a:pt x="266" y="249"/>
                  </a:lnTo>
                  <a:lnTo>
                    <a:pt x="183" y="316"/>
                  </a:lnTo>
                  <a:lnTo>
                    <a:pt x="0" y="50"/>
                  </a:lnTo>
                  <a:close/>
                </a:path>
              </a:pathLst>
            </a:custGeom>
            <a:solidFill>
              <a:srgbClr val="FFDC99"/>
            </a:solidFill>
            <a:ln w="26988">
              <a:solidFill>
                <a:srgbClr val="FFDC99"/>
              </a:solidFill>
              <a:prstDash val="solid"/>
              <a:round/>
              <a:headEnd/>
              <a:tailEnd/>
            </a:ln>
          </p:spPr>
          <p:txBody>
            <a:bodyPr/>
            <a:lstStyle/>
            <a:p>
              <a:endParaRPr lang="en-US" sz="2215"/>
            </a:p>
          </p:txBody>
        </p:sp>
        <p:sp>
          <p:nvSpPr>
            <p:cNvPr id="42003" name="Rectangle 19">
              <a:extLst>
                <a:ext uri="{FF2B5EF4-FFF2-40B4-BE49-F238E27FC236}">
                  <a16:creationId xmlns:a16="http://schemas.microsoft.com/office/drawing/2014/main" id="{808D8C67-18F8-4685-8EE6-293C632DB96E}"/>
                </a:ext>
              </a:extLst>
            </p:cNvPr>
            <p:cNvSpPr>
              <a:spLocks noChangeArrowheads="1"/>
            </p:cNvSpPr>
            <p:nvPr/>
          </p:nvSpPr>
          <p:spPr bwMode="auto">
            <a:xfrm>
              <a:off x="1465" y="3328"/>
              <a:ext cx="199" cy="215"/>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04" name="Rectangle 20">
              <a:extLst>
                <a:ext uri="{FF2B5EF4-FFF2-40B4-BE49-F238E27FC236}">
                  <a16:creationId xmlns:a16="http://schemas.microsoft.com/office/drawing/2014/main" id="{C6C36F2E-745D-476C-BB7F-3587B95B634E}"/>
                </a:ext>
              </a:extLst>
            </p:cNvPr>
            <p:cNvSpPr>
              <a:spLocks noChangeArrowheads="1"/>
            </p:cNvSpPr>
            <p:nvPr/>
          </p:nvSpPr>
          <p:spPr bwMode="auto">
            <a:xfrm>
              <a:off x="1473" y="3336"/>
              <a:ext cx="200" cy="216"/>
            </a:xfrm>
            <a:prstGeom prst="rect">
              <a:avLst/>
            </a:prstGeom>
            <a:noFill/>
            <a:ln w="26988">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05" name="Rectangle 21">
              <a:extLst>
                <a:ext uri="{FF2B5EF4-FFF2-40B4-BE49-F238E27FC236}">
                  <a16:creationId xmlns:a16="http://schemas.microsoft.com/office/drawing/2014/main" id="{D7237DBB-39F9-47EC-A80F-234A1208A6AC}"/>
                </a:ext>
              </a:extLst>
            </p:cNvPr>
            <p:cNvSpPr>
              <a:spLocks noChangeArrowheads="1"/>
            </p:cNvSpPr>
            <p:nvPr/>
          </p:nvSpPr>
          <p:spPr bwMode="auto">
            <a:xfrm>
              <a:off x="2129" y="3344"/>
              <a:ext cx="83" cy="150"/>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06" name="Rectangle 22">
              <a:extLst>
                <a:ext uri="{FF2B5EF4-FFF2-40B4-BE49-F238E27FC236}">
                  <a16:creationId xmlns:a16="http://schemas.microsoft.com/office/drawing/2014/main" id="{7AF73738-3A20-4CB3-8DF5-2697799A704B}"/>
                </a:ext>
              </a:extLst>
            </p:cNvPr>
            <p:cNvSpPr>
              <a:spLocks noChangeArrowheads="1"/>
            </p:cNvSpPr>
            <p:nvPr/>
          </p:nvSpPr>
          <p:spPr bwMode="auto">
            <a:xfrm>
              <a:off x="2137" y="3352"/>
              <a:ext cx="84" cy="150"/>
            </a:xfrm>
            <a:prstGeom prst="rect">
              <a:avLst/>
            </a:prstGeom>
            <a:noFill/>
            <a:ln w="26988">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07" name="Rectangle 23">
              <a:extLst>
                <a:ext uri="{FF2B5EF4-FFF2-40B4-BE49-F238E27FC236}">
                  <a16:creationId xmlns:a16="http://schemas.microsoft.com/office/drawing/2014/main" id="{B93C1408-66A0-471D-9F74-DB179D75EB19}"/>
                </a:ext>
              </a:extLst>
            </p:cNvPr>
            <p:cNvSpPr>
              <a:spLocks noChangeArrowheads="1"/>
            </p:cNvSpPr>
            <p:nvPr/>
          </p:nvSpPr>
          <p:spPr bwMode="auto">
            <a:xfrm>
              <a:off x="2461" y="3394"/>
              <a:ext cx="266" cy="66"/>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08" name="Rectangle 24">
              <a:extLst>
                <a:ext uri="{FF2B5EF4-FFF2-40B4-BE49-F238E27FC236}">
                  <a16:creationId xmlns:a16="http://schemas.microsoft.com/office/drawing/2014/main" id="{83252271-9712-4D37-A643-39AF48D6FEBC}"/>
                </a:ext>
              </a:extLst>
            </p:cNvPr>
            <p:cNvSpPr>
              <a:spLocks noChangeArrowheads="1"/>
            </p:cNvSpPr>
            <p:nvPr/>
          </p:nvSpPr>
          <p:spPr bwMode="auto">
            <a:xfrm>
              <a:off x="2469" y="3402"/>
              <a:ext cx="267" cy="67"/>
            </a:xfrm>
            <a:prstGeom prst="rect">
              <a:avLst/>
            </a:prstGeom>
            <a:noFill/>
            <a:ln w="26988">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09" name="Oval 25">
              <a:extLst>
                <a:ext uri="{FF2B5EF4-FFF2-40B4-BE49-F238E27FC236}">
                  <a16:creationId xmlns:a16="http://schemas.microsoft.com/office/drawing/2014/main" id="{BBF700CA-5033-492C-8374-61A62AC7DCD1}"/>
                </a:ext>
              </a:extLst>
            </p:cNvPr>
            <p:cNvSpPr>
              <a:spLocks noChangeArrowheads="1"/>
            </p:cNvSpPr>
            <p:nvPr/>
          </p:nvSpPr>
          <p:spPr bwMode="auto">
            <a:xfrm>
              <a:off x="2519" y="2987"/>
              <a:ext cx="183" cy="183"/>
            </a:xfrm>
            <a:prstGeom prst="ellipse">
              <a:avLst/>
            </a:prstGeom>
            <a:solidFill>
              <a:srgbClr val="FFFFFF"/>
            </a:solidFill>
            <a:ln w="26988">
              <a:solidFill>
                <a:srgbClr val="000000"/>
              </a:solidFill>
              <a:round/>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10" name="Oval 26">
              <a:extLst>
                <a:ext uri="{FF2B5EF4-FFF2-40B4-BE49-F238E27FC236}">
                  <a16:creationId xmlns:a16="http://schemas.microsoft.com/office/drawing/2014/main" id="{7825ED98-3172-4013-9030-1F36D0629A68}"/>
                </a:ext>
              </a:extLst>
            </p:cNvPr>
            <p:cNvSpPr>
              <a:spLocks noChangeArrowheads="1"/>
            </p:cNvSpPr>
            <p:nvPr/>
          </p:nvSpPr>
          <p:spPr bwMode="auto">
            <a:xfrm>
              <a:off x="2569" y="3053"/>
              <a:ext cx="1" cy="1"/>
            </a:xfrm>
            <a:prstGeom prst="ellipse">
              <a:avLst/>
            </a:prstGeom>
            <a:solidFill>
              <a:srgbClr val="FFFFFF"/>
            </a:solidFill>
            <a:ln w="26988">
              <a:solidFill>
                <a:srgbClr val="000000"/>
              </a:solidFill>
              <a:round/>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11" name="Oval 27">
              <a:extLst>
                <a:ext uri="{FF2B5EF4-FFF2-40B4-BE49-F238E27FC236}">
                  <a16:creationId xmlns:a16="http://schemas.microsoft.com/office/drawing/2014/main" id="{5E094C8B-407C-45AD-9089-917CEAFF8205}"/>
                </a:ext>
              </a:extLst>
            </p:cNvPr>
            <p:cNvSpPr>
              <a:spLocks noChangeArrowheads="1"/>
            </p:cNvSpPr>
            <p:nvPr/>
          </p:nvSpPr>
          <p:spPr bwMode="auto">
            <a:xfrm>
              <a:off x="2652" y="3037"/>
              <a:ext cx="1" cy="17"/>
            </a:xfrm>
            <a:prstGeom prst="ellipse">
              <a:avLst/>
            </a:prstGeom>
            <a:solidFill>
              <a:srgbClr val="FFFFFF"/>
            </a:solidFill>
            <a:ln w="26988">
              <a:solidFill>
                <a:srgbClr val="000000"/>
              </a:solidFill>
              <a:round/>
              <a:headEnd/>
              <a:tailEnd/>
            </a:ln>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12" name="Line 28">
              <a:extLst>
                <a:ext uri="{FF2B5EF4-FFF2-40B4-BE49-F238E27FC236}">
                  <a16:creationId xmlns:a16="http://schemas.microsoft.com/office/drawing/2014/main" id="{685B8ACB-0A9D-4728-878E-2B72A4CB2038}"/>
                </a:ext>
              </a:extLst>
            </p:cNvPr>
            <p:cNvSpPr>
              <a:spLocks noChangeShapeType="1"/>
            </p:cNvSpPr>
            <p:nvPr/>
          </p:nvSpPr>
          <p:spPr bwMode="auto">
            <a:xfrm>
              <a:off x="2594" y="3112"/>
              <a:ext cx="50"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13" name="Rectangle 29">
              <a:extLst>
                <a:ext uri="{FF2B5EF4-FFF2-40B4-BE49-F238E27FC236}">
                  <a16:creationId xmlns:a16="http://schemas.microsoft.com/office/drawing/2014/main" id="{3F085EE2-8C4E-45A7-BABC-6EE52556AA3F}"/>
                </a:ext>
              </a:extLst>
            </p:cNvPr>
            <p:cNvSpPr>
              <a:spLocks noChangeArrowheads="1"/>
            </p:cNvSpPr>
            <p:nvPr/>
          </p:nvSpPr>
          <p:spPr bwMode="auto">
            <a:xfrm>
              <a:off x="2777" y="3112"/>
              <a:ext cx="33" cy="116"/>
            </a:xfrm>
            <a:prstGeom prst="rect">
              <a:avLst/>
            </a:prstGeom>
            <a:solidFill>
              <a:srgbClr val="D9AA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14" name="Rectangle 30">
              <a:extLst>
                <a:ext uri="{FF2B5EF4-FFF2-40B4-BE49-F238E27FC236}">
                  <a16:creationId xmlns:a16="http://schemas.microsoft.com/office/drawing/2014/main" id="{3612167A-392B-4AC4-AA70-608ED49EBC6F}"/>
                </a:ext>
              </a:extLst>
            </p:cNvPr>
            <p:cNvSpPr>
              <a:spLocks noChangeArrowheads="1"/>
            </p:cNvSpPr>
            <p:nvPr/>
          </p:nvSpPr>
          <p:spPr bwMode="auto">
            <a:xfrm>
              <a:off x="2785" y="3120"/>
              <a:ext cx="34" cy="117"/>
            </a:xfrm>
            <a:prstGeom prst="rect">
              <a:avLst/>
            </a:prstGeom>
            <a:noFill/>
            <a:ln w="26988">
              <a:solidFill>
                <a:srgbClr val="D9AA7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15" name="Freeform 31">
              <a:extLst>
                <a:ext uri="{FF2B5EF4-FFF2-40B4-BE49-F238E27FC236}">
                  <a16:creationId xmlns:a16="http://schemas.microsoft.com/office/drawing/2014/main" id="{02B74BD8-DCD1-4909-AD57-BF977B129F5C}"/>
                </a:ext>
              </a:extLst>
            </p:cNvPr>
            <p:cNvSpPr>
              <a:spLocks/>
            </p:cNvSpPr>
            <p:nvPr/>
          </p:nvSpPr>
          <p:spPr bwMode="auto">
            <a:xfrm>
              <a:off x="2843" y="2215"/>
              <a:ext cx="714" cy="847"/>
            </a:xfrm>
            <a:custGeom>
              <a:avLst/>
              <a:gdLst>
                <a:gd name="T0" fmla="*/ 0 w 714"/>
                <a:gd name="T1" fmla="*/ 847 h 847"/>
                <a:gd name="T2" fmla="*/ 332 w 714"/>
                <a:gd name="T3" fmla="*/ 349 h 847"/>
                <a:gd name="T4" fmla="*/ 432 w 714"/>
                <a:gd name="T5" fmla="*/ 482 h 847"/>
                <a:gd name="T6" fmla="*/ 714 w 714"/>
                <a:gd name="T7" fmla="*/ 0 h 847"/>
                <a:gd name="T8" fmla="*/ 0 60000 65536"/>
                <a:gd name="T9" fmla="*/ 0 60000 65536"/>
                <a:gd name="T10" fmla="*/ 0 60000 65536"/>
                <a:gd name="T11" fmla="*/ 0 60000 65536"/>
                <a:gd name="T12" fmla="*/ 0 w 714"/>
                <a:gd name="T13" fmla="*/ 0 h 847"/>
                <a:gd name="T14" fmla="*/ 714 w 714"/>
                <a:gd name="T15" fmla="*/ 847 h 847"/>
              </a:gdLst>
              <a:ahLst/>
              <a:cxnLst>
                <a:cxn ang="T8">
                  <a:pos x="T0" y="T1"/>
                </a:cxn>
                <a:cxn ang="T9">
                  <a:pos x="T2" y="T3"/>
                </a:cxn>
                <a:cxn ang="T10">
                  <a:pos x="T4" y="T5"/>
                </a:cxn>
                <a:cxn ang="T11">
                  <a:pos x="T6" y="T7"/>
                </a:cxn>
              </a:cxnLst>
              <a:rect l="T12" t="T13" r="T14" b="T15"/>
              <a:pathLst>
                <a:path w="714" h="847">
                  <a:moveTo>
                    <a:pt x="0" y="847"/>
                  </a:moveTo>
                  <a:lnTo>
                    <a:pt x="332" y="349"/>
                  </a:lnTo>
                  <a:lnTo>
                    <a:pt x="432" y="482"/>
                  </a:lnTo>
                  <a:lnTo>
                    <a:pt x="714" y="0"/>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42016" name="Rectangle 32">
              <a:extLst>
                <a:ext uri="{FF2B5EF4-FFF2-40B4-BE49-F238E27FC236}">
                  <a16:creationId xmlns:a16="http://schemas.microsoft.com/office/drawing/2014/main" id="{5CC79CAC-C1F5-43D2-A38F-9F4368028751}"/>
                </a:ext>
              </a:extLst>
            </p:cNvPr>
            <p:cNvSpPr>
              <a:spLocks noChangeArrowheads="1"/>
            </p:cNvSpPr>
            <p:nvPr/>
          </p:nvSpPr>
          <p:spPr bwMode="auto">
            <a:xfrm>
              <a:off x="784" y="2331"/>
              <a:ext cx="85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zh-TW" sz="1569">
                  <a:solidFill>
                    <a:srgbClr val="000000"/>
                  </a:solidFill>
                  <a:latin typeface="Arial" panose="020B0604020202020204" pitchFamily="34" charset="0"/>
                  <a:ea typeface="新細明體" panose="02020500000000000000" pitchFamily="18" charset="-120"/>
                </a:rPr>
                <a:t>Host intranet</a:t>
              </a:r>
              <a:endParaRPr lang="en-US" altLang="zh-TW" sz="2215">
                <a:ea typeface="新細明體" panose="02020500000000000000" pitchFamily="18" charset="-120"/>
              </a:endParaRPr>
            </a:p>
          </p:txBody>
        </p:sp>
        <p:sp>
          <p:nvSpPr>
            <p:cNvPr id="42017" name="Rectangle 33">
              <a:extLst>
                <a:ext uri="{FF2B5EF4-FFF2-40B4-BE49-F238E27FC236}">
                  <a16:creationId xmlns:a16="http://schemas.microsoft.com/office/drawing/2014/main" id="{8560FBCA-404E-4E25-8B95-C6C5CBE2FCC7}"/>
                </a:ext>
              </a:extLst>
            </p:cNvPr>
            <p:cNvSpPr>
              <a:spLocks noChangeArrowheads="1"/>
            </p:cNvSpPr>
            <p:nvPr/>
          </p:nvSpPr>
          <p:spPr bwMode="auto">
            <a:xfrm>
              <a:off x="4919" y="2381"/>
              <a:ext cx="92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zh-TW" sz="1569">
                  <a:solidFill>
                    <a:srgbClr val="000000"/>
                  </a:solidFill>
                  <a:latin typeface="Arial" panose="020B0604020202020204" pitchFamily="34" charset="0"/>
                  <a:ea typeface="新細明體" panose="02020500000000000000" pitchFamily="18" charset="-120"/>
                </a:rPr>
                <a:t>Home intranet</a:t>
              </a:r>
              <a:endParaRPr lang="en-US" altLang="zh-TW" sz="2215">
                <a:ea typeface="新細明體" panose="02020500000000000000" pitchFamily="18" charset="-120"/>
              </a:endParaRPr>
            </a:p>
          </p:txBody>
        </p:sp>
        <p:sp>
          <p:nvSpPr>
            <p:cNvPr id="42018" name="Freeform 34">
              <a:extLst>
                <a:ext uri="{FF2B5EF4-FFF2-40B4-BE49-F238E27FC236}">
                  <a16:creationId xmlns:a16="http://schemas.microsoft.com/office/drawing/2014/main" id="{D1C196C0-6C2A-48A7-AD89-4F24BF9D5250}"/>
                </a:ext>
              </a:extLst>
            </p:cNvPr>
            <p:cNvSpPr>
              <a:spLocks/>
            </p:cNvSpPr>
            <p:nvPr/>
          </p:nvSpPr>
          <p:spPr bwMode="auto">
            <a:xfrm>
              <a:off x="2129" y="3128"/>
              <a:ext cx="299" cy="216"/>
            </a:xfrm>
            <a:custGeom>
              <a:avLst/>
              <a:gdLst>
                <a:gd name="T0" fmla="*/ 299 w 299"/>
                <a:gd name="T1" fmla="*/ 216 h 216"/>
                <a:gd name="T2" fmla="*/ 166 w 299"/>
                <a:gd name="T3" fmla="*/ 100 h 216"/>
                <a:gd name="T4" fmla="*/ 117 w 299"/>
                <a:gd name="T5" fmla="*/ 133 h 216"/>
                <a:gd name="T6" fmla="*/ 0 w 299"/>
                <a:gd name="T7" fmla="*/ 0 h 216"/>
                <a:gd name="T8" fmla="*/ 0 60000 65536"/>
                <a:gd name="T9" fmla="*/ 0 60000 65536"/>
                <a:gd name="T10" fmla="*/ 0 60000 65536"/>
                <a:gd name="T11" fmla="*/ 0 60000 65536"/>
                <a:gd name="T12" fmla="*/ 0 w 299"/>
                <a:gd name="T13" fmla="*/ 0 h 216"/>
                <a:gd name="T14" fmla="*/ 299 w 299"/>
                <a:gd name="T15" fmla="*/ 216 h 216"/>
              </a:gdLst>
              <a:ahLst/>
              <a:cxnLst>
                <a:cxn ang="T8">
                  <a:pos x="T0" y="T1"/>
                </a:cxn>
                <a:cxn ang="T9">
                  <a:pos x="T2" y="T3"/>
                </a:cxn>
                <a:cxn ang="T10">
                  <a:pos x="T4" y="T5"/>
                </a:cxn>
                <a:cxn ang="T11">
                  <a:pos x="T6" y="T7"/>
                </a:cxn>
              </a:cxnLst>
              <a:rect l="T12" t="T13" r="T14" b="T15"/>
              <a:pathLst>
                <a:path w="299" h="216">
                  <a:moveTo>
                    <a:pt x="299" y="216"/>
                  </a:moveTo>
                  <a:lnTo>
                    <a:pt x="166" y="100"/>
                  </a:lnTo>
                  <a:lnTo>
                    <a:pt x="117" y="133"/>
                  </a:lnTo>
                  <a:lnTo>
                    <a:pt x="0" y="0"/>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42019" name="Freeform 35">
              <a:extLst>
                <a:ext uri="{FF2B5EF4-FFF2-40B4-BE49-F238E27FC236}">
                  <a16:creationId xmlns:a16="http://schemas.microsoft.com/office/drawing/2014/main" id="{F9A59555-AF30-4531-9152-9960C4E5581E}"/>
                </a:ext>
              </a:extLst>
            </p:cNvPr>
            <p:cNvSpPr>
              <a:spLocks/>
            </p:cNvSpPr>
            <p:nvPr/>
          </p:nvSpPr>
          <p:spPr bwMode="auto">
            <a:xfrm>
              <a:off x="1714" y="3361"/>
              <a:ext cx="365" cy="50"/>
            </a:xfrm>
            <a:custGeom>
              <a:avLst/>
              <a:gdLst>
                <a:gd name="T0" fmla="*/ 365 w 365"/>
                <a:gd name="T1" fmla="*/ 16 h 50"/>
                <a:gd name="T2" fmla="*/ 166 w 365"/>
                <a:gd name="T3" fmla="*/ 0 h 50"/>
                <a:gd name="T4" fmla="*/ 166 w 365"/>
                <a:gd name="T5" fmla="*/ 50 h 50"/>
                <a:gd name="T6" fmla="*/ 0 w 365"/>
                <a:gd name="T7" fmla="*/ 0 h 50"/>
                <a:gd name="T8" fmla="*/ 0 60000 65536"/>
                <a:gd name="T9" fmla="*/ 0 60000 65536"/>
                <a:gd name="T10" fmla="*/ 0 60000 65536"/>
                <a:gd name="T11" fmla="*/ 0 60000 65536"/>
                <a:gd name="T12" fmla="*/ 0 w 365"/>
                <a:gd name="T13" fmla="*/ 0 h 50"/>
                <a:gd name="T14" fmla="*/ 365 w 365"/>
                <a:gd name="T15" fmla="*/ 50 h 50"/>
              </a:gdLst>
              <a:ahLst/>
              <a:cxnLst>
                <a:cxn ang="T8">
                  <a:pos x="T0" y="T1"/>
                </a:cxn>
                <a:cxn ang="T9">
                  <a:pos x="T2" y="T3"/>
                </a:cxn>
                <a:cxn ang="T10">
                  <a:pos x="T4" y="T5"/>
                </a:cxn>
                <a:cxn ang="T11">
                  <a:pos x="T6" y="T7"/>
                </a:cxn>
              </a:cxnLst>
              <a:rect l="T12" t="T13" r="T14" b="T15"/>
              <a:pathLst>
                <a:path w="365" h="50">
                  <a:moveTo>
                    <a:pt x="365" y="16"/>
                  </a:moveTo>
                  <a:lnTo>
                    <a:pt x="166" y="0"/>
                  </a:lnTo>
                  <a:lnTo>
                    <a:pt x="166" y="50"/>
                  </a:lnTo>
                  <a:lnTo>
                    <a:pt x="0" y="0"/>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42020" name="Rectangle 36">
              <a:extLst>
                <a:ext uri="{FF2B5EF4-FFF2-40B4-BE49-F238E27FC236}">
                  <a16:creationId xmlns:a16="http://schemas.microsoft.com/office/drawing/2014/main" id="{78295578-9548-4B33-A6AD-70181AE30C77}"/>
                </a:ext>
              </a:extLst>
            </p:cNvPr>
            <p:cNvSpPr>
              <a:spLocks noChangeArrowheads="1"/>
            </p:cNvSpPr>
            <p:nvPr/>
          </p:nvSpPr>
          <p:spPr bwMode="auto">
            <a:xfrm>
              <a:off x="3607" y="2298"/>
              <a:ext cx="78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zh-TW" sz="1569">
                  <a:solidFill>
                    <a:srgbClr val="000000"/>
                  </a:solidFill>
                  <a:latin typeface="Arial" panose="020B0604020202020204" pitchFamily="34" charset="0"/>
                  <a:ea typeface="新細明體" panose="02020500000000000000" pitchFamily="18" charset="-120"/>
                </a:rPr>
                <a:t>GSM/GPRS </a:t>
              </a:r>
              <a:endParaRPr lang="en-US" altLang="zh-TW" sz="2215">
                <a:ea typeface="新細明體" panose="02020500000000000000" pitchFamily="18" charset="-120"/>
              </a:endParaRPr>
            </a:p>
          </p:txBody>
        </p:sp>
        <p:sp>
          <p:nvSpPr>
            <p:cNvPr id="42021" name="Rectangle 37">
              <a:extLst>
                <a:ext uri="{FF2B5EF4-FFF2-40B4-BE49-F238E27FC236}">
                  <a16:creationId xmlns:a16="http://schemas.microsoft.com/office/drawing/2014/main" id="{8BC5E254-095A-4AFE-A718-A5A1AD39A905}"/>
                </a:ext>
              </a:extLst>
            </p:cNvPr>
            <p:cNvSpPr>
              <a:spLocks noChangeArrowheads="1"/>
            </p:cNvSpPr>
            <p:nvPr/>
          </p:nvSpPr>
          <p:spPr bwMode="auto">
            <a:xfrm>
              <a:off x="1947" y="2431"/>
              <a:ext cx="88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zh-TW" sz="1569">
                  <a:solidFill>
                    <a:srgbClr val="000000"/>
                  </a:solidFill>
                  <a:latin typeface="Arial" panose="020B0604020202020204" pitchFamily="34" charset="0"/>
                  <a:ea typeface="新細明體" panose="02020500000000000000" pitchFamily="18" charset="-120"/>
                </a:rPr>
                <a:t>Wireless LAN</a:t>
              </a:r>
              <a:endParaRPr lang="en-US" altLang="zh-TW" sz="2215">
                <a:ea typeface="新細明體" panose="02020500000000000000" pitchFamily="18" charset="-120"/>
              </a:endParaRPr>
            </a:p>
          </p:txBody>
        </p:sp>
        <p:sp>
          <p:nvSpPr>
            <p:cNvPr id="42022" name="Freeform 38">
              <a:extLst>
                <a:ext uri="{FF2B5EF4-FFF2-40B4-BE49-F238E27FC236}">
                  <a16:creationId xmlns:a16="http://schemas.microsoft.com/office/drawing/2014/main" id="{BABAAA89-24EF-43E2-BB8B-9BE5D2A6B1CC}"/>
                </a:ext>
              </a:extLst>
            </p:cNvPr>
            <p:cNvSpPr>
              <a:spLocks/>
            </p:cNvSpPr>
            <p:nvPr/>
          </p:nvSpPr>
          <p:spPr bwMode="auto">
            <a:xfrm>
              <a:off x="353" y="1982"/>
              <a:ext cx="49" cy="67"/>
            </a:xfrm>
            <a:custGeom>
              <a:avLst/>
              <a:gdLst>
                <a:gd name="T0" fmla="*/ 0 w 49"/>
                <a:gd name="T1" fmla="*/ 67 h 67"/>
                <a:gd name="T2" fmla="*/ 0 w 49"/>
                <a:gd name="T3" fmla="*/ 0 h 67"/>
                <a:gd name="T4" fmla="*/ 49 w 49"/>
                <a:gd name="T5" fmla="*/ 0 h 67"/>
                <a:gd name="T6" fmla="*/ 0 60000 65536"/>
                <a:gd name="T7" fmla="*/ 0 60000 65536"/>
                <a:gd name="T8" fmla="*/ 0 60000 65536"/>
                <a:gd name="T9" fmla="*/ 0 w 49"/>
                <a:gd name="T10" fmla="*/ 0 h 67"/>
                <a:gd name="T11" fmla="*/ 49 w 49"/>
                <a:gd name="T12" fmla="*/ 67 h 67"/>
              </a:gdLst>
              <a:ahLst/>
              <a:cxnLst>
                <a:cxn ang="T6">
                  <a:pos x="T0" y="T1"/>
                </a:cxn>
                <a:cxn ang="T7">
                  <a:pos x="T2" y="T3"/>
                </a:cxn>
                <a:cxn ang="T8">
                  <a:pos x="T4" y="T5"/>
                </a:cxn>
              </a:cxnLst>
              <a:rect l="T9" t="T10" r="T11" b="T12"/>
              <a:pathLst>
                <a:path w="49" h="67">
                  <a:moveTo>
                    <a:pt x="0" y="67"/>
                  </a:moveTo>
                  <a:lnTo>
                    <a:pt x="0" y="0"/>
                  </a:lnTo>
                  <a:lnTo>
                    <a:pt x="49" y="0"/>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42023" name="Line 39">
              <a:extLst>
                <a:ext uri="{FF2B5EF4-FFF2-40B4-BE49-F238E27FC236}">
                  <a16:creationId xmlns:a16="http://schemas.microsoft.com/office/drawing/2014/main" id="{6337F7F5-BFCB-4D58-B132-933BF4A55B47}"/>
                </a:ext>
              </a:extLst>
            </p:cNvPr>
            <p:cNvSpPr>
              <a:spLocks noChangeShapeType="1"/>
            </p:cNvSpPr>
            <p:nvPr/>
          </p:nvSpPr>
          <p:spPr bwMode="auto">
            <a:xfrm>
              <a:off x="519"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24" name="Line 40">
              <a:extLst>
                <a:ext uri="{FF2B5EF4-FFF2-40B4-BE49-F238E27FC236}">
                  <a16:creationId xmlns:a16="http://schemas.microsoft.com/office/drawing/2014/main" id="{161A28B0-18F5-41C0-9287-069129624397}"/>
                </a:ext>
              </a:extLst>
            </p:cNvPr>
            <p:cNvSpPr>
              <a:spLocks noChangeShapeType="1"/>
            </p:cNvSpPr>
            <p:nvPr/>
          </p:nvSpPr>
          <p:spPr bwMode="auto">
            <a:xfrm>
              <a:off x="751"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25" name="Line 41">
              <a:extLst>
                <a:ext uri="{FF2B5EF4-FFF2-40B4-BE49-F238E27FC236}">
                  <a16:creationId xmlns:a16="http://schemas.microsoft.com/office/drawing/2014/main" id="{729E1521-A7E8-44D8-B52D-F50CF233D5E4}"/>
                </a:ext>
              </a:extLst>
            </p:cNvPr>
            <p:cNvSpPr>
              <a:spLocks noChangeShapeType="1"/>
            </p:cNvSpPr>
            <p:nvPr/>
          </p:nvSpPr>
          <p:spPr bwMode="auto">
            <a:xfrm>
              <a:off x="984"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26" name="Line 42">
              <a:extLst>
                <a:ext uri="{FF2B5EF4-FFF2-40B4-BE49-F238E27FC236}">
                  <a16:creationId xmlns:a16="http://schemas.microsoft.com/office/drawing/2014/main" id="{60D6B2E9-FC26-47D8-AC25-06E436231220}"/>
                </a:ext>
              </a:extLst>
            </p:cNvPr>
            <p:cNvSpPr>
              <a:spLocks noChangeShapeType="1"/>
            </p:cNvSpPr>
            <p:nvPr/>
          </p:nvSpPr>
          <p:spPr bwMode="auto">
            <a:xfrm>
              <a:off x="1216"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27" name="Line 43">
              <a:extLst>
                <a:ext uri="{FF2B5EF4-FFF2-40B4-BE49-F238E27FC236}">
                  <a16:creationId xmlns:a16="http://schemas.microsoft.com/office/drawing/2014/main" id="{B02CB05E-DB97-4B8A-946A-53662E71D56E}"/>
                </a:ext>
              </a:extLst>
            </p:cNvPr>
            <p:cNvSpPr>
              <a:spLocks noChangeShapeType="1"/>
            </p:cNvSpPr>
            <p:nvPr/>
          </p:nvSpPr>
          <p:spPr bwMode="auto">
            <a:xfrm>
              <a:off x="1449"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28" name="Line 44">
              <a:extLst>
                <a:ext uri="{FF2B5EF4-FFF2-40B4-BE49-F238E27FC236}">
                  <a16:creationId xmlns:a16="http://schemas.microsoft.com/office/drawing/2014/main" id="{6C29E6E2-BCB4-4DF7-B03E-7215EC44199E}"/>
                </a:ext>
              </a:extLst>
            </p:cNvPr>
            <p:cNvSpPr>
              <a:spLocks noChangeShapeType="1"/>
            </p:cNvSpPr>
            <p:nvPr/>
          </p:nvSpPr>
          <p:spPr bwMode="auto">
            <a:xfrm>
              <a:off x="1681"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29" name="Line 45">
              <a:extLst>
                <a:ext uri="{FF2B5EF4-FFF2-40B4-BE49-F238E27FC236}">
                  <a16:creationId xmlns:a16="http://schemas.microsoft.com/office/drawing/2014/main" id="{663EC3BC-3EA2-499D-BDDD-70C298C3B3ED}"/>
                </a:ext>
              </a:extLst>
            </p:cNvPr>
            <p:cNvSpPr>
              <a:spLocks noChangeShapeType="1"/>
            </p:cNvSpPr>
            <p:nvPr/>
          </p:nvSpPr>
          <p:spPr bwMode="auto">
            <a:xfrm>
              <a:off x="1913" y="1982"/>
              <a:ext cx="11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30" name="Line 46">
              <a:extLst>
                <a:ext uri="{FF2B5EF4-FFF2-40B4-BE49-F238E27FC236}">
                  <a16:creationId xmlns:a16="http://schemas.microsoft.com/office/drawing/2014/main" id="{A5787B77-6614-448B-8C4E-AC53E9D43320}"/>
                </a:ext>
              </a:extLst>
            </p:cNvPr>
            <p:cNvSpPr>
              <a:spLocks noChangeShapeType="1"/>
            </p:cNvSpPr>
            <p:nvPr/>
          </p:nvSpPr>
          <p:spPr bwMode="auto">
            <a:xfrm>
              <a:off x="2146"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31" name="Line 47">
              <a:extLst>
                <a:ext uri="{FF2B5EF4-FFF2-40B4-BE49-F238E27FC236}">
                  <a16:creationId xmlns:a16="http://schemas.microsoft.com/office/drawing/2014/main" id="{766150E8-C442-441F-9AD2-D1B9B7193C1D}"/>
                </a:ext>
              </a:extLst>
            </p:cNvPr>
            <p:cNvSpPr>
              <a:spLocks noChangeShapeType="1"/>
            </p:cNvSpPr>
            <p:nvPr/>
          </p:nvSpPr>
          <p:spPr bwMode="auto">
            <a:xfrm>
              <a:off x="2378" y="1982"/>
              <a:ext cx="11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32" name="Line 48">
              <a:extLst>
                <a:ext uri="{FF2B5EF4-FFF2-40B4-BE49-F238E27FC236}">
                  <a16:creationId xmlns:a16="http://schemas.microsoft.com/office/drawing/2014/main" id="{58B37B52-EFE4-40A4-8EE6-1EEC67409D64}"/>
                </a:ext>
              </a:extLst>
            </p:cNvPr>
            <p:cNvSpPr>
              <a:spLocks noChangeShapeType="1"/>
            </p:cNvSpPr>
            <p:nvPr/>
          </p:nvSpPr>
          <p:spPr bwMode="auto">
            <a:xfrm>
              <a:off x="2611"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33" name="Line 49">
              <a:extLst>
                <a:ext uri="{FF2B5EF4-FFF2-40B4-BE49-F238E27FC236}">
                  <a16:creationId xmlns:a16="http://schemas.microsoft.com/office/drawing/2014/main" id="{54F653AA-0A36-4A20-99CC-0EA68387255B}"/>
                </a:ext>
              </a:extLst>
            </p:cNvPr>
            <p:cNvSpPr>
              <a:spLocks noChangeShapeType="1"/>
            </p:cNvSpPr>
            <p:nvPr/>
          </p:nvSpPr>
          <p:spPr bwMode="auto">
            <a:xfrm>
              <a:off x="2843" y="1982"/>
              <a:ext cx="11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34" name="Line 50">
              <a:extLst>
                <a:ext uri="{FF2B5EF4-FFF2-40B4-BE49-F238E27FC236}">
                  <a16:creationId xmlns:a16="http://schemas.microsoft.com/office/drawing/2014/main" id="{F10051F6-0CFF-4C58-B45A-519228B348E4}"/>
                </a:ext>
              </a:extLst>
            </p:cNvPr>
            <p:cNvSpPr>
              <a:spLocks noChangeShapeType="1"/>
            </p:cNvSpPr>
            <p:nvPr/>
          </p:nvSpPr>
          <p:spPr bwMode="auto">
            <a:xfrm>
              <a:off x="3076" y="1982"/>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35" name="Freeform 51">
              <a:extLst>
                <a:ext uri="{FF2B5EF4-FFF2-40B4-BE49-F238E27FC236}">
                  <a16:creationId xmlns:a16="http://schemas.microsoft.com/office/drawing/2014/main" id="{DFD437FD-47CD-4A3E-88CF-13AE41EAAB83}"/>
                </a:ext>
              </a:extLst>
            </p:cNvPr>
            <p:cNvSpPr>
              <a:spLocks/>
            </p:cNvSpPr>
            <p:nvPr/>
          </p:nvSpPr>
          <p:spPr bwMode="auto">
            <a:xfrm>
              <a:off x="3308" y="1982"/>
              <a:ext cx="50" cy="67"/>
            </a:xfrm>
            <a:custGeom>
              <a:avLst/>
              <a:gdLst>
                <a:gd name="T0" fmla="*/ 0 w 50"/>
                <a:gd name="T1" fmla="*/ 0 h 67"/>
                <a:gd name="T2" fmla="*/ 50 w 50"/>
                <a:gd name="T3" fmla="*/ 0 h 67"/>
                <a:gd name="T4" fmla="*/ 50 w 50"/>
                <a:gd name="T5" fmla="*/ 67 h 67"/>
                <a:gd name="T6" fmla="*/ 0 60000 65536"/>
                <a:gd name="T7" fmla="*/ 0 60000 65536"/>
                <a:gd name="T8" fmla="*/ 0 60000 65536"/>
                <a:gd name="T9" fmla="*/ 0 w 50"/>
                <a:gd name="T10" fmla="*/ 0 h 67"/>
                <a:gd name="T11" fmla="*/ 50 w 50"/>
                <a:gd name="T12" fmla="*/ 67 h 67"/>
              </a:gdLst>
              <a:ahLst/>
              <a:cxnLst>
                <a:cxn ang="T6">
                  <a:pos x="T0" y="T1"/>
                </a:cxn>
                <a:cxn ang="T7">
                  <a:pos x="T2" y="T3"/>
                </a:cxn>
                <a:cxn ang="T8">
                  <a:pos x="T4" y="T5"/>
                </a:cxn>
              </a:cxnLst>
              <a:rect l="T9" t="T10" r="T11" b="T12"/>
              <a:pathLst>
                <a:path w="50" h="67">
                  <a:moveTo>
                    <a:pt x="0" y="0"/>
                  </a:moveTo>
                  <a:lnTo>
                    <a:pt x="50" y="0"/>
                  </a:lnTo>
                  <a:lnTo>
                    <a:pt x="50" y="67"/>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42036" name="Line 52">
              <a:extLst>
                <a:ext uri="{FF2B5EF4-FFF2-40B4-BE49-F238E27FC236}">
                  <a16:creationId xmlns:a16="http://schemas.microsoft.com/office/drawing/2014/main" id="{A81A67F6-EC46-4C55-8F92-2678199E3937}"/>
                </a:ext>
              </a:extLst>
            </p:cNvPr>
            <p:cNvSpPr>
              <a:spLocks noChangeShapeType="1"/>
            </p:cNvSpPr>
            <p:nvPr/>
          </p:nvSpPr>
          <p:spPr bwMode="auto">
            <a:xfrm>
              <a:off x="3358" y="2148"/>
              <a:ext cx="1" cy="1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37" name="Line 53">
              <a:extLst>
                <a:ext uri="{FF2B5EF4-FFF2-40B4-BE49-F238E27FC236}">
                  <a16:creationId xmlns:a16="http://schemas.microsoft.com/office/drawing/2014/main" id="{BF8A1512-BC7D-44A9-B920-21A996F3D2C6}"/>
                </a:ext>
              </a:extLst>
            </p:cNvPr>
            <p:cNvSpPr>
              <a:spLocks noChangeShapeType="1"/>
            </p:cNvSpPr>
            <p:nvPr/>
          </p:nvSpPr>
          <p:spPr bwMode="auto">
            <a:xfrm>
              <a:off x="3358" y="2364"/>
              <a:ext cx="1" cy="1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38" name="Line 54">
              <a:extLst>
                <a:ext uri="{FF2B5EF4-FFF2-40B4-BE49-F238E27FC236}">
                  <a16:creationId xmlns:a16="http://schemas.microsoft.com/office/drawing/2014/main" id="{24A578B2-2436-4B63-9AED-A59FD693B186}"/>
                </a:ext>
              </a:extLst>
            </p:cNvPr>
            <p:cNvSpPr>
              <a:spLocks noChangeShapeType="1"/>
            </p:cNvSpPr>
            <p:nvPr/>
          </p:nvSpPr>
          <p:spPr bwMode="auto">
            <a:xfrm>
              <a:off x="3358" y="2580"/>
              <a:ext cx="1" cy="1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39" name="Line 55">
              <a:extLst>
                <a:ext uri="{FF2B5EF4-FFF2-40B4-BE49-F238E27FC236}">
                  <a16:creationId xmlns:a16="http://schemas.microsoft.com/office/drawing/2014/main" id="{AE09FD3B-07D1-4729-BE78-3ADDBEA0CD06}"/>
                </a:ext>
              </a:extLst>
            </p:cNvPr>
            <p:cNvSpPr>
              <a:spLocks noChangeShapeType="1"/>
            </p:cNvSpPr>
            <p:nvPr/>
          </p:nvSpPr>
          <p:spPr bwMode="auto">
            <a:xfrm>
              <a:off x="3358" y="2813"/>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40" name="Line 56">
              <a:extLst>
                <a:ext uri="{FF2B5EF4-FFF2-40B4-BE49-F238E27FC236}">
                  <a16:creationId xmlns:a16="http://schemas.microsoft.com/office/drawing/2014/main" id="{9C3ED9DA-1D6C-4CED-91D0-F9AD4794A449}"/>
                </a:ext>
              </a:extLst>
            </p:cNvPr>
            <p:cNvSpPr>
              <a:spLocks noChangeShapeType="1"/>
            </p:cNvSpPr>
            <p:nvPr/>
          </p:nvSpPr>
          <p:spPr bwMode="auto">
            <a:xfrm>
              <a:off x="3358" y="3029"/>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41" name="Line 57">
              <a:extLst>
                <a:ext uri="{FF2B5EF4-FFF2-40B4-BE49-F238E27FC236}">
                  <a16:creationId xmlns:a16="http://schemas.microsoft.com/office/drawing/2014/main" id="{7801F00A-AD72-4930-A48E-0BCE0467B997}"/>
                </a:ext>
              </a:extLst>
            </p:cNvPr>
            <p:cNvSpPr>
              <a:spLocks noChangeShapeType="1"/>
            </p:cNvSpPr>
            <p:nvPr/>
          </p:nvSpPr>
          <p:spPr bwMode="auto">
            <a:xfrm>
              <a:off x="3358" y="3245"/>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42" name="Line 58">
              <a:extLst>
                <a:ext uri="{FF2B5EF4-FFF2-40B4-BE49-F238E27FC236}">
                  <a16:creationId xmlns:a16="http://schemas.microsoft.com/office/drawing/2014/main" id="{78F67913-A5EA-4886-8CB1-ED7B46E77938}"/>
                </a:ext>
              </a:extLst>
            </p:cNvPr>
            <p:cNvSpPr>
              <a:spLocks noChangeShapeType="1"/>
            </p:cNvSpPr>
            <p:nvPr/>
          </p:nvSpPr>
          <p:spPr bwMode="auto">
            <a:xfrm>
              <a:off x="3358" y="3477"/>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43" name="Freeform 59">
              <a:extLst>
                <a:ext uri="{FF2B5EF4-FFF2-40B4-BE49-F238E27FC236}">
                  <a16:creationId xmlns:a16="http://schemas.microsoft.com/office/drawing/2014/main" id="{ABEABBBD-DFFD-49D9-8B25-CFDC9999F97A}"/>
                </a:ext>
              </a:extLst>
            </p:cNvPr>
            <p:cNvSpPr>
              <a:spLocks/>
            </p:cNvSpPr>
            <p:nvPr/>
          </p:nvSpPr>
          <p:spPr bwMode="auto">
            <a:xfrm>
              <a:off x="3308" y="3693"/>
              <a:ext cx="50" cy="66"/>
            </a:xfrm>
            <a:custGeom>
              <a:avLst/>
              <a:gdLst>
                <a:gd name="T0" fmla="*/ 50 w 50"/>
                <a:gd name="T1" fmla="*/ 0 h 66"/>
                <a:gd name="T2" fmla="*/ 50 w 50"/>
                <a:gd name="T3" fmla="*/ 66 h 66"/>
                <a:gd name="T4" fmla="*/ 0 w 50"/>
                <a:gd name="T5" fmla="*/ 66 h 66"/>
                <a:gd name="T6" fmla="*/ 0 60000 65536"/>
                <a:gd name="T7" fmla="*/ 0 60000 65536"/>
                <a:gd name="T8" fmla="*/ 0 60000 65536"/>
                <a:gd name="T9" fmla="*/ 0 w 50"/>
                <a:gd name="T10" fmla="*/ 0 h 66"/>
                <a:gd name="T11" fmla="*/ 50 w 50"/>
                <a:gd name="T12" fmla="*/ 66 h 66"/>
              </a:gdLst>
              <a:ahLst/>
              <a:cxnLst>
                <a:cxn ang="T6">
                  <a:pos x="T0" y="T1"/>
                </a:cxn>
                <a:cxn ang="T7">
                  <a:pos x="T2" y="T3"/>
                </a:cxn>
                <a:cxn ang="T8">
                  <a:pos x="T4" y="T5"/>
                </a:cxn>
              </a:cxnLst>
              <a:rect l="T9" t="T10" r="T11" b="T12"/>
              <a:pathLst>
                <a:path w="50" h="66">
                  <a:moveTo>
                    <a:pt x="50" y="0"/>
                  </a:moveTo>
                  <a:lnTo>
                    <a:pt x="50" y="66"/>
                  </a:lnTo>
                  <a:lnTo>
                    <a:pt x="0" y="66"/>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42044" name="Line 60">
              <a:extLst>
                <a:ext uri="{FF2B5EF4-FFF2-40B4-BE49-F238E27FC236}">
                  <a16:creationId xmlns:a16="http://schemas.microsoft.com/office/drawing/2014/main" id="{05347871-5C09-4956-AC73-60FAACC38A82}"/>
                </a:ext>
              </a:extLst>
            </p:cNvPr>
            <p:cNvSpPr>
              <a:spLocks noChangeShapeType="1"/>
            </p:cNvSpPr>
            <p:nvPr/>
          </p:nvSpPr>
          <p:spPr bwMode="auto">
            <a:xfrm flipH="1">
              <a:off x="3076"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45" name="Line 61">
              <a:extLst>
                <a:ext uri="{FF2B5EF4-FFF2-40B4-BE49-F238E27FC236}">
                  <a16:creationId xmlns:a16="http://schemas.microsoft.com/office/drawing/2014/main" id="{84E24C5C-1445-495D-91E8-D8C6FC2F5346}"/>
                </a:ext>
              </a:extLst>
            </p:cNvPr>
            <p:cNvSpPr>
              <a:spLocks noChangeShapeType="1"/>
            </p:cNvSpPr>
            <p:nvPr/>
          </p:nvSpPr>
          <p:spPr bwMode="auto">
            <a:xfrm flipH="1">
              <a:off x="2843" y="3759"/>
              <a:ext cx="11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46" name="Line 62">
              <a:extLst>
                <a:ext uri="{FF2B5EF4-FFF2-40B4-BE49-F238E27FC236}">
                  <a16:creationId xmlns:a16="http://schemas.microsoft.com/office/drawing/2014/main" id="{A5450C7F-1783-4C1E-B60E-3BA39D0070C7}"/>
                </a:ext>
              </a:extLst>
            </p:cNvPr>
            <p:cNvSpPr>
              <a:spLocks noChangeShapeType="1"/>
            </p:cNvSpPr>
            <p:nvPr/>
          </p:nvSpPr>
          <p:spPr bwMode="auto">
            <a:xfrm flipH="1">
              <a:off x="2611"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47" name="Line 63">
              <a:extLst>
                <a:ext uri="{FF2B5EF4-FFF2-40B4-BE49-F238E27FC236}">
                  <a16:creationId xmlns:a16="http://schemas.microsoft.com/office/drawing/2014/main" id="{B379BBC1-D52C-4A88-8702-DDD1A4CF14B9}"/>
                </a:ext>
              </a:extLst>
            </p:cNvPr>
            <p:cNvSpPr>
              <a:spLocks noChangeShapeType="1"/>
            </p:cNvSpPr>
            <p:nvPr/>
          </p:nvSpPr>
          <p:spPr bwMode="auto">
            <a:xfrm flipH="1">
              <a:off x="2378" y="3759"/>
              <a:ext cx="11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48" name="Line 64">
              <a:extLst>
                <a:ext uri="{FF2B5EF4-FFF2-40B4-BE49-F238E27FC236}">
                  <a16:creationId xmlns:a16="http://schemas.microsoft.com/office/drawing/2014/main" id="{D3CF6853-CA10-4234-97F8-595568497C63}"/>
                </a:ext>
              </a:extLst>
            </p:cNvPr>
            <p:cNvSpPr>
              <a:spLocks noChangeShapeType="1"/>
            </p:cNvSpPr>
            <p:nvPr/>
          </p:nvSpPr>
          <p:spPr bwMode="auto">
            <a:xfrm flipH="1">
              <a:off x="2146"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49" name="Line 65">
              <a:extLst>
                <a:ext uri="{FF2B5EF4-FFF2-40B4-BE49-F238E27FC236}">
                  <a16:creationId xmlns:a16="http://schemas.microsoft.com/office/drawing/2014/main" id="{C05E7924-2660-4AE2-8C95-C16076B6C83B}"/>
                </a:ext>
              </a:extLst>
            </p:cNvPr>
            <p:cNvSpPr>
              <a:spLocks noChangeShapeType="1"/>
            </p:cNvSpPr>
            <p:nvPr/>
          </p:nvSpPr>
          <p:spPr bwMode="auto">
            <a:xfrm flipH="1">
              <a:off x="1913" y="3759"/>
              <a:ext cx="117"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50" name="Line 66">
              <a:extLst>
                <a:ext uri="{FF2B5EF4-FFF2-40B4-BE49-F238E27FC236}">
                  <a16:creationId xmlns:a16="http://schemas.microsoft.com/office/drawing/2014/main" id="{B01D8875-F5DF-45FB-9D8A-9D16F309C962}"/>
                </a:ext>
              </a:extLst>
            </p:cNvPr>
            <p:cNvSpPr>
              <a:spLocks noChangeShapeType="1"/>
            </p:cNvSpPr>
            <p:nvPr/>
          </p:nvSpPr>
          <p:spPr bwMode="auto">
            <a:xfrm flipH="1">
              <a:off x="1681"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51" name="Line 67">
              <a:extLst>
                <a:ext uri="{FF2B5EF4-FFF2-40B4-BE49-F238E27FC236}">
                  <a16:creationId xmlns:a16="http://schemas.microsoft.com/office/drawing/2014/main" id="{81BD3967-0629-4B05-A4B2-C5C0124E5481}"/>
                </a:ext>
              </a:extLst>
            </p:cNvPr>
            <p:cNvSpPr>
              <a:spLocks noChangeShapeType="1"/>
            </p:cNvSpPr>
            <p:nvPr/>
          </p:nvSpPr>
          <p:spPr bwMode="auto">
            <a:xfrm flipH="1">
              <a:off x="1449"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52" name="Line 68">
              <a:extLst>
                <a:ext uri="{FF2B5EF4-FFF2-40B4-BE49-F238E27FC236}">
                  <a16:creationId xmlns:a16="http://schemas.microsoft.com/office/drawing/2014/main" id="{483203D7-D120-4520-8B6F-EA090DE2551C}"/>
                </a:ext>
              </a:extLst>
            </p:cNvPr>
            <p:cNvSpPr>
              <a:spLocks noChangeShapeType="1"/>
            </p:cNvSpPr>
            <p:nvPr/>
          </p:nvSpPr>
          <p:spPr bwMode="auto">
            <a:xfrm flipH="1">
              <a:off x="1216"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53" name="Line 69">
              <a:extLst>
                <a:ext uri="{FF2B5EF4-FFF2-40B4-BE49-F238E27FC236}">
                  <a16:creationId xmlns:a16="http://schemas.microsoft.com/office/drawing/2014/main" id="{A63CFC39-121D-48E0-90F1-44BD258F4635}"/>
                </a:ext>
              </a:extLst>
            </p:cNvPr>
            <p:cNvSpPr>
              <a:spLocks noChangeShapeType="1"/>
            </p:cNvSpPr>
            <p:nvPr/>
          </p:nvSpPr>
          <p:spPr bwMode="auto">
            <a:xfrm flipH="1">
              <a:off x="984"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54" name="Line 70">
              <a:extLst>
                <a:ext uri="{FF2B5EF4-FFF2-40B4-BE49-F238E27FC236}">
                  <a16:creationId xmlns:a16="http://schemas.microsoft.com/office/drawing/2014/main" id="{7B06E570-5BFB-4B64-A172-C19CDC4DE261}"/>
                </a:ext>
              </a:extLst>
            </p:cNvPr>
            <p:cNvSpPr>
              <a:spLocks noChangeShapeType="1"/>
            </p:cNvSpPr>
            <p:nvPr/>
          </p:nvSpPr>
          <p:spPr bwMode="auto">
            <a:xfrm flipH="1">
              <a:off x="751"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55" name="Line 71">
              <a:extLst>
                <a:ext uri="{FF2B5EF4-FFF2-40B4-BE49-F238E27FC236}">
                  <a16:creationId xmlns:a16="http://schemas.microsoft.com/office/drawing/2014/main" id="{88FF7283-0FE3-457B-8524-7FFB49A7E91F}"/>
                </a:ext>
              </a:extLst>
            </p:cNvPr>
            <p:cNvSpPr>
              <a:spLocks noChangeShapeType="1"/>
            </p:cNvSpPr>
            <p:nvPr/>
          </p:nvSpPr>
          <p:spPr bwMode="auto">
            <a:xfrm flipH="1">
              <a:off x="519" y="3759"/>
              <a:ext cx="116" cy="1"/>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56" name="Freeform 72">
              <a:extLst>
                <a:ext uri="{FF2B5EF4-FFF2-40B4-BE49-F238E27FC236}">
                  <a16:creationId xmlns:a16="http://schemas.microsoft.com/office/drawing/2014/main" id="{2716CACF-7978-48B6-91A4-1E5F2827AF2E}"/>
                </a:ext>
              </a:extLst>
            </p:cNvPr>
            <p:cNvSpPr>
              <a:spLocks/>
            </p:cNvSpPr>
            <p:nvPr/>
          </p:nvSpPr>
          <p:spPr bwMode="auto">
            <a:xfrm>
              <a:off x="353" y="3693"/>
              <a:ext cx="49" cy="66"/>
            </a:xfrm>
            <a:custGeom>
              <a:avLst/>
              <a:gdLst>
                <a:gd name="T0" fmla="*/ 49 w 49"/>
                <a:gd name="T1" fmla="*/ 66 h 66"/>
                <a:gd name="T2" fmla="*/ 0 w 49"/>
                <a:gd name="T3" fmla="*/ 66 h 66"/>
                <a:gd name="T4" fmla="*/ 0 w 49"/>
                <a:gd name="T5" fmla="*/ 0 h 66"/>
                <a:gd name="T6" fmla="*/ 0 60000 65536"/>
                <a:gd name="T7" fmla="*/ 0 60000 65536"/>
                <a:gd name="T8" fmla="*/ 0 60000 65536"/>
                <a:gd name="T9" fmla="*/ 0 w 49"/>
                <a:gd name="T10" fmla="*/ 0 h 66"/>
                <a:gd name="T11" fmla="*/ 49 w 49"/>
                <a:gd name="T12" fmla="*/ 66 h 66"/>
              </a:gdLst>
              <a:ahLst/>
              <a:cxnLst>
                <a:cxn ang="T6">
                  <a:pos x="T0" y="T1"/>
                </a:cxn>
                <a:cxn ang="T7">
                  <a:pos x="T2" y="T3"/>
                </a:cxn>
                <a:cxn ang="T8">
                  <a:pos x="T4" y="T5"/>
                </a:cxn>
              </a:cxnLst>
              <a:rect l="T9" t="T10" r="T11" b="T12"/>
              <a:pathLst>
                <a:path w="49" h="66">
                  <a:moveTo>
                    <a:pt x="49" y="66"/>
                  </a:moveTo>
                  <a:lnTo>
                    <a:pt x="0" y="66"/>
                  </a:lnTo>
                  <a:lnTo>
                    <a:pt x="0" y="0"/>
                  </a:lnTo>
                </a:path>
              </a:pathLst>
            </a:custGeom>
            <a:noFill/>
            <a:ln w="269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2215"/>
            </a:p>
          </p:txBody>
        </p:sp>
        <p:sp>
          <p:nvSpPr>
            <p:cNvPr id="42057" name="Line 73">
              <a:extLst>
                <a:ext uri="{FF2B5EF4-FFF2-40B4-BE49-F238E27FC236}">
                  <a16:creationId xmlns:a16="http://schemas.microsoft.com/office/drawing/2014/main" id="{914F8CFD-9122-40F8-89E7-385C1D95664D}"/>
                </a:ext>
              </a:extLst>
            </p:cNvPr>
            <p:cNvSpPr>
              <a:spLocks noChangeShapeType="1"/>
            </p:cNvSpPr>
            <p:nvPr/>
          </p:nvSpPr>
          <p:spPr bwMode="auto">
            <a:xfrm flipV="1">
              <a:off x="353" y="3477"/>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58" name="Line 74">
              <a:extLst>
                <a:ext uri="{FF2B5EF4-FFF2-40B4-BE49-F238E27FC236}">
                  <a16:creationId xmlns:a16="http://schemas.microsoft.com/office/drawing/2014/main" id="{650791F7-6640-4151-ACE6-8934F472FD24}"/>
                </a:ext>
              </a:extLst>
            </p:cNvPr>
            <p:cNvSpPr>
              <a:spLocks noChangeShapeType="1"/>
            </p:cNvSpPr>
            <p:nvPr/>
          </p:nvSpPr>
          <p:spPr bwMode="auto">
            <a:xfrm flipV="1">
              <a:off x="353" y="3245"/>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59" name="Line 75">
              <a:extLst>
                <a:ext uri="{FF2B5EF4-FFF2-40B4-BE49-F238E27FC236}">
                  <a16:creationId xmlns:a16="http://schemas.microsoft.com/office/drawing/2014/main" id="{DC2FB6DA-AC30-42A5-8BDF-BD604B57CF08}"/>
                </a:ext>
              </a:extLst>
            </p:cNvPr>
            <p:cNvSpPr>
              <a:spLocks noChangeShapeType="1"/>
            </p:cNvSpPr>
            <p:nvPr/>
          </p:nvSpPr>
          <p:spPr bwMode="auto">
            <a:xfrm flipV="1">
              <a:off x="353" y="3029"/>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60" name="Line 76">
              <a:extLst>
                <a:ext uri="{FF2B5EF4-FFF2-40B4-BE49-F238E27FC236}">
                  <a16:creationId xmlns:a16="http://schemas.microsoft.com/office/drawing/2014/main" id="{BB26D1C4-9A18-42BB-A0D1-812A541B70B8}"/>
                </a:ext>
              </a:extLst>
            </p:cNvPr>
            <p:cNvSpPr>
              <a:spLocks noChangeShapeType="1"/>
            </p:cNvSpPr>
            <p:nvPr/>
          </p:nvSpPr>
          <p:spPr bwMode="auto">
            <a:xfrm flipV="1">
              <a:off x="353" y="2813"/>
              <a:ext cx="1" cy="116"/>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61" name="Line 77">
              <a:extLst>
                <a:ext uri="{FF2B5EF4-FFF2-40B4-BE49-F238E27FC236}">
                  <a16:creationId xmlns:a16="http://schemas.microsoft.com/office/drawing/2014/main" id="{AC177A17-5EAD-4F2E-99AF-540D31EDFF99}"/>
                </a:ext>
              </a:extLst>
            </p:cNvPr>
            <p:cNvSpPr>
              <a:spLocks noChangeShapeType="1"/>
            </p:cNvSpPr>
            <p:nvPr/>
          </p:nvSpPr>
          <p:spPr bwMode="auto">
            <a:xfrm flipV="1">
              <a:off x="353" y="2580"/>
              <a:ext cx="1" cy="1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62" name="Line 78">
              <a:extLst>
                <a:ext uri="{FF2B5EF4-FFF2-40B4-BE49-F238E27FC236}">
                  <a16:creationId xmlns:a16="http://schemas.microsoft.com/office/drawing/2014/main" id="{1DEE9505-7C1B-406E-AD34-E7100A14EF90}"/>
                </a:ext>
              </a:extLst>
            </p:cNvPr>
            <p:cNvSpPr>
              <a:spLocks noChangeShapeType="1"/>
            </p:cNvSpPr>
            <p:nvPr/>
          </p:nvSpPr>
          <p:spPr bwMode="auto">
            <a:xfrm flipV="1">
              <a:off x="353" y="2364"/>
              <a:ext cx="1" cy="1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63" name="Line 79">
              <a:extLst>
                <a:ext uri="{FF2B5EF4-FFF2-40B4-BE49-F238E27FC236}">
                  <a16:creationId xmlns:a16="http://schemas.microsoft.com/office/drawing/2014/main" id="{43DE3888-E442-4B1F-9EDF-5DB4B63A7427}"/>
                </a:ext>
              </a:extLst>
            </p:cNvPr>
            <p:cNvSpPr>
              <a:spLocks noChangeShapeType="1"/>
            </p:cNvSpPr>
            <p:nvPr/>
          </p:nvSpPr>
          <p:spPr bwMode="auto">
            <a:xfrm flipV="1">
              <a:off x="353" y="2148"/>
              <a:ext cx="1" cy="117"/>
            </a:xfrm>
            <a:prstGeom prst="line">
              <a:avLst/>
            </a:prstGeom>
            <a:noFill/>
            <a:ln w="269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2215"/>
            </a:p>
          </p:txBody>
        </p:sp>
        <p:sp>
          <p:nvSpPr>
            <p:cNvPr id="42064" name="Rectangle 80">
              <a:extLst>
                <a:ext uri="{FF2B5EF4-FFF2-40B4-BE49-F238E27FC236}">
                  <a16:creationId xmlns:a16="http://schemas.microsoft.com/office/drawing/2014/main" id="{D1CB5F33-EA1E-4DD8-80C2-5B37FE499114}"/>
                </a:ext>
              </a:extLst>
            </p:cNvPr>
            <p:cNvSpPr>
              <a:spLocks noChangeArrowheads="1"/>
            </p:cNvSpPr>
            <p:nvPr/>
          </p:nvSpPr>
          <p:spPr bwMode="auto">
            <a:xfrm>
              <a:off x="2877" y="3195"/>
              <a:ext cx="41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zh-TW" sz="1569">
                  <a:solidFill>
                    <a:srgbClr val="000000"/>
                  </a:solidFill>
                  <a:latin typeface="Arial" panose="020B0604020202020204" pitchFamily="34" charset="0"/>
                  <a:ea typeface="新細明體" panose="02020500000000000000" pitchFamily="18" charset="-120"/>
                </a:rPr>
                <a:t>phone</a:t>
              </a:r>
              <a:endParaRPr lang="en-US" altLang="zh-TW" sz="2215">
                <a:ea typeface="新細明體" panose="02020500000000000000" pitchFamily="18" charset="-120"/>
              </a:endParaRPr>
            </a:p>
          </p:txBody>
        </p:sp>
        <p:sp>
          <p:nvSpPr>
            <p:cNvPr id="42065" name="Rectangle 81">
              <a:extLst>
                <a:ext uri="{FF2B5EF4-FFF2-40B4-BE49-F238E27FC236}">
                  <a16:creationId xmlns:a16="http://schemas.microsoft.com/office/drawing/2014/main" id="{B5A30B46-CBC3-441B-ADC2-C35AE3748440}"/>
                </a:ext>
              </a:extLst>
            </p:cNvPr>
            <p:cNvSpPr>
              <a:spLocks noChangeArrowheads="1"/>
            </p:cNvSpPr>
            <p:nvPr/>
          </p:nvSpPr>
          <p:spPr bwMode="auto">
            <a:xfrm>
              <a:off x="3607" y="2447"/>
              <a:ext cx="54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zh-TW" sz="1569">
                  <a:solidFill>
                    <a:srgbClr val="000000"/>
                  </a:solidFill>
                  <a:latin typeface="Arial" panose="020B0604020202020204" pitchFamily="34" charset="0"/>
                  <a:ea typeface="新細明體" panose="02020500000000000000" pitchFamily="18" charset="-120"/>
                </a:rPr>
                <a:t>gateway</a:t>
              </a:r>
              <a:endParaRPr lang="en-US" altLang="zh-TW" sz="2215">
                <a:ea typeface="新細明體" panose="02020500000000000000" pitchFamily="18" charset="-120"/>
              </a:endParaRPr>
            </a:p>
          </p:txBody>
        </p:sp>
        <p:sp>
          <p:nvSpPr>
            <p:cNvPr id="42066" name="Rectangle 82">
              <a:extLst>
                <a:ext uri="{FF2B5EF4-FFF2-40B4-BE49-F238E27FC236}">
                  <a16:creationId xmlns:a16="http://schemas.microsoft.com/office/drawing/2014/main" id="{9ECE03E6-C5A2-4294-8E5F-5D007E5D6F50}"/>
                </a:ext>
              </a:extLst>
            </p:cNvPr>
            <p:cNvSpPr>
              <a:spLocks noChangeArrowheads="1"/>
            </p:cNvSpPr>
            <p:nvPr/>
          </p:nvSpPr>
          <p:spPr bwMode="auto">
            <a:xfrm>
              <a:off x="3441" y="3510"/>
              <a:ext cx="58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zh-TW" sz="1569">
                  <a:solidFill>
                    <a:srgbClr val="000000"/>
                  </a:solidFill>
                  <a:latin typeface="Arial" panose="020B0604020202020204" pitchFamily="34" charset="0"/>
                  <a:ea typeface="新細明體" panose="02020500000000000000" pitchFamily="18" charset="-120"/>
                </a:rPr>
                <a:t>Host site</a:t>
              </a:r>
              <a:endParaRPr lang="en-US" altLang="zh-TW" sz="2215">
                <a:ea typeface="新細明體" panose="02020500000000000000" pitchFamily="18" charset="-120"/>
              </a:endParaRPr>
            </a:p>
          </p:txBody>
        </p:sp>
        <p:sp>
          <p:nvSpPr>
            <p:cNvPr id="42067" name="Oval 83">
              <a:extLst>
                <a:ext uri="{FF2B5EF4-FFF2-40B4-BE49-F238E27FC236}">
                  <a16:creationId xmlns:a16="http://schemas.microsoft.com/office/drawing/2014/main" id="{2EC615F2-ED11-4E99-96EE-EE8F0469D807}"/>
                </a:ext>
              </a:extLst>
            </p:cNvPr>
            <p:cNvSpPr>
              <a:spLocks noChangeArrowheads="1"/>
            </p:cNvSpPr>
            <p:nvPr/>
          </p:nvSpPr>
          <p:spPr bwMode="auto">
            <a:xfrm>
              <a:off x="1946" y="2862"/>
              <a:ext cx="151" cy="151"/>
            </a:xfrm>
            <a:prstGeom prst="ellipse">
              <a:avLst/>
            </a:prstGeom>
            <a:noFill/>
            <a:ln w="52388">
              <a:solidFill>
                <a:srgbClr val="FFDC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68" name="Oval 84">
              <a:extLst>
                <a:ext uri="{FF2B5EF4-FFF2-40B4-BE49-F238E27FC236}">
                  <a16:creationId xmlns:a16="http://schemas.microsoft.com/office/drawing/2014/main" id="{5EB78765-4439-416F-BA8E-1245F62715D2}"/>
                </a:ext>
              </a:extLst>
            </p:cNvPr>
            <p:cNvSpPr>
              <a:spLocks noChangeArrowheads="1"/>
            </p:cNvSpPr>
            <p:nvPr/>
          </p:nvSpPr>
          <p:spPr bwMode="auto">
            <a:xfrm>
              <a:off x="1896" y="2812"/>
              <a:ext cx="251" cy="250"/>
            </a:xfrm>
            <a:prstGeom prst="ellipse">
              <a:avLst/>
            </a:prstGeom>
            <a:noFill/>
            <a:ln w="52388">
              <a:solidFill>
                <a:srgbClr val="FFDC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69" name="Oval 85">
              <a:extLst>
                <a:ext uri="{FF2B5EF4-FFF2-40B4-BE49-F238E27FC236}">
                  <a16:creationId xmlns:a16="http://schemas.microsoft.com/office/drawing/2014/main" id="{9114A181-6C32-46A3-AE42-2AFD526795F2}"/>
                </a:ext>
              </a:extLst>
            </p:cNvPr>
            <p:cNvSpPr>
              <a:spLocks noChangeArrowheads="1"/>
            </p:cNvSpPr>
            <p:nvPr/>
          </p:nvSpPr>
          <p:spPr bwMode="auto">
            <a:xfrm>
              <a:off x="1830" y="2762"/>
              <a:ext cx="366" cy="367"/>
            </a:xfrm>
            <a:prstGeom prst="ellipse">
              <a:avLst/>
            </a:prstGeom>
            <a:noFill/>
            <a:ln w="52388">
              <a:solidFill>
                <a:srgbClr val="FFDC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70" name="Oval 86">
              <a:extLst>
                <a:ext uri="{FF2B5EF4-FFF2-40B4-BE49-F238E27FC236}">
                  <a16:creationId xmlns:a16="http://schemas.microsoft.com/office/drawing/2014/main" id="{8ED86357-730E-4B38-9028-D17E46EAB4B2}"/>
                </a:ext>
              </a:extLst>
            </p:cNvPr>
            <p:cNvSpPr>
              <a:spLocks noChangeArrowheads="1"/>
            </p:cNvSpPr>
            <p:nvPr/>
          </p:nvSpPr>
          <p:spPr bwMode="auto">
            <a:xfrm>
              <a:off x="1797" y="2696"/>
              <a:ext cx="449" cy="483"/>
            </a:xfrm>
            <a:prstGeom prst="ellipse">
              <a:avLst/>
            </a:prstGeom>
            <a:noFill/>
            <a:ln w="52388">
              <a:solidFill>
                <a:srgbClr val="FFDC99"/>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71" name="Freeform 87">
              <a:extLst>
                <a:ext uri="{FF2B5EF4-FFF2-40B4-BE49-F238E27FC236}">
                  <a16:creationId xmlns:a16="http://schemas.microsoft.com/office/drawing/2014/main" id="{8B7FB891-389D-4B23-B8C9-969A3B0382AE}"/>
                </a:ext>
              </a:extLst>
            </p:cNvPr>
            <p:cNvSpPr>
              <a:spLocks/>
            </p:cNvSpPr>
            <p:nvPr/>
          </p:nvSpPr>
          <p:spPr bwMode="auto">
            <a:xfrm>
              <a:off x="1797" y="2780"/>
              <a:ext cx="33" cy="33"/>
            </a:xfrm>
            <a:custGeom>
              <a:avLst/>
              <a:gdLst>
                <a:gd name="T0" fmla="*/ 33 w 33"/>
                <a:gd name="T1" fmla="*/ 0 h 33"/>
                <a:gd name="T2" fmla="*/ 17 w 33"/>
                <a:gd name="T3" fmla="*/ 0 h 33"/>
                <a:gd name="T4" fmla="*/ 0 w 33"/>
                <a:gd name="T5" fmla="*/ 16 h 33"/>
                <a:gd name="T6" fmla="*/ 17 w 33"/>
                <a:gd name="T7" fmla="*/ 33 h 33"/>
                <a:gd name="T8" fmla="*/ 33 w 33"/>
                <a:gd name="T9" fmla="*/ 0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33" y="0"/>
                  </a:moveTo>
                  <a:lnTo>
                    <a:pt x="17" y="0"/>
                  </a:lnTo>
                  <a:lnTo>
                    <a:pt x="0" y="16"/>
                  </a:lnTo>
                  <a:lnTo>
                    <a:pt x="17" y="33"/>
                  </a:lnTo>
                  <a:lnTo>
                    <a:pt x="3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215"/>
            </a:p>
          </p:txBody>
        </p:sp>
        <p:sp>
          <p:nvSpPr>
            <p:cNvPr id="42072" name="Freeform 88">
              <a:extLst>
                <a:ext uri="{FF2B5EF4-FFF2-40B4-BE49-F238E27FC236}">
                  <a16:creationId xmlns:a16="http://schemas.microsoft.com/office/drawing/2014/main" id="{B61C689D-BF1D-4EE6-AD98-31FB333D6795}"/>
                </a:ext>
              </a:extLst>
            </p:cNvPr>
            <p:cNvSpPr>
              <a:spLocks/>
            </p:cNvSpPr>
            <p:nvPr/>
          </p:nvSpPr>
          <p:spPr bwMode="auto">
            <a:xfrm>
              <a:off x="2212" y="3095"/>
              <a:ext cx="34" cy="50"/>
            </a:xfrm>
            <a:custGeom>
              <a:avLst/>
              <a:gdLst>
                <a:gd name="T0" fmla="*/ 17 w 34"/>
                <a:gd name="T1" fmla="*/ 0 h 50"/>
                <a:gd name="T2" fmla="*/ 34 w 34"/>
                <a:gd name="T3" fmla="*/ 17 h 50"/>
                <a:gd name="T4" fmla="*/ 0 w 34"/>
                <a:gd name="T5" fmla="*/ 50 h 50"/>
                <a:gd name="T6" fmla="*/ 0 w 34"/>
                <a:gd name="T7" fmla="*/ 33 h 50"/>
                <a:gd name="T8" fmla="*/ 17 w 34"/>
                <a:gd name="T9" fmla="*/ 0 h 50"/>
                <a:gd name="T10" fmla="*/ 0 60000 65536"/>
                <a:gd name="T11" fmla="*/ 0 60000 65536"/>
                <a:gd name="T12" fmla="*/ 0 60000 65536"/>
                <a:gd name="T13" fmla="*/ 0 60000 65536"/>
                <a:gd name="T14" fmla="*/ 0 60000 65536"/>
                <a:gd name="T15" fmla="*/ 0 w 34"/>
                <a:gd name="T16" fmla="*/ 0 h 50"/>
                <a:gd name="T17" fmla="*/ 34 w 34"/>
                <a:gd name="T18" fmla="*/ 50 h 50"/>
              </a:gdLst>
              <a:ahLst/>
              <a:cxnLst>
                <a:cxn ang="T10">
                  <a:pos x="T0" y="T1"/>
                </a:cxn>
                <a:cxn ang="T11">
                  <a:pos x="T2" y="T3"/>
                </a:cxn>
                <a:cxn ang="T12">
                  <a:pos x="T4" y="T5"/>
                </a:cxn>
                <a:cxn ang="T13">
                  <a:pos x="T6" y="T7"/>
                </a:cxn>
                <a:cxn ang="T14">
                  <a:pos x="T8" y="T9"/>
                </a:cxn>
              </a:cxnLst>
              <a:rect l="T15" t="T16" r="T17" b="T18"/>
              <a:pathLst>
                <a:path w="34" h="50">
                  <a:moveTo>
                    <a:pt x="17" y="0"/>
                  </a:moveTo>
                  <a:lnTo>
                    <a:pt x="34" y="17"/>
                  </a:lnTo>
                  <a:lnTo>
                    <a:pt x="0" y="50"/>
                  </a:lnTo>
                  <a:lnTo>
                    <a:pt x="0" y="33"/>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215"/>
            </a:p>
          </p:txBody>
        </p:sp>
        <p:sp>
          <p:nvSpPr>
            <p:cNvPr id="42073" name="Freeform 89">
              <a:extLst>
                <a:ext uri="{FF2B5EF4-FFF2-40B4-BE49-F238E27FC236}">
                  <a16:creationId xmlns:a16="http://schemas.microsoft.com/office/drawing/2014/main" id="{6F610D62-9A1D-406F-BFA5-6811D88F2020}"/>
                </a:ext>
              </a:extLst>
            </p:cNvPr>
            <p:cNvSpPr>
              <a:spLocks/>
            </p:cNvSpPr>
            <p:nvPr/>
          </p:nvSpPr>
          <p:spPr bwMode="auto">
            <a:xfrm>
              <a:off x="1814" y="2780"/>
              <a:ext cx="415" cy="348"/>
            </a:xfrm>
            <a:custGeom>
              <a:avLst/>
              <a:gdLst>
                <a:gd name="T0" fmla="*/ 16 w 415"/>
                <a:gd name="T1" fmla="*/ 0 h 348"/>
                <a:gd name="T2" fmla="*/ 0 w 415"/>
                <a:gd name="T3" fmla="*/ 33 h 348"/>
                <a:gd name="T4" fmla="*/ 398 w 415"/>
                <a:gd name="T5" fmla="*/ 348 h 348"/>
                <a:gd name="T6" fmla="*/ 415 w 415"/>
                <a:gd name="T7" fmla="*/ 315 h 348"/>
                <a:gd name="T8" fmla="*/ 16 w 415"/>
                <a:gd name="T9" fmla="*/ 0 h 348"/>
                <a:gd name="T10" fmla="*/ 0 60000 65536"/>
                <a:gd name="T11" fmla="*/ 0 60000 65536"/>
                <a:gd name="T12" fmla="*/ 0 60000 65536"/>
                <a:gd name="T13" fmla="*/ 0 60000 65536"/>
                <a:gd name="T14" fmla="*/ 0 60000 65536"/>
                <a:gd name="T15" fmla="*/ 0 w 415"/>
                <a:gd name="T16" fmla="*/ 0 h 348"/>
                <a:gd name="T17" fmla="*/ 415 w 415"/>
                <a:gd name="T18" fmla="*/ 348 h 348"/>
              </a:gdLst>
              <a:ahLst/>
              <a:cxnLst>
                <a:cxn ang="T10">
                  <a:pos x="T0" y="T1"/>
                </a:cxn>
                <a:cxn ang="T11">
                  <a:pos x="T2" y="T3"/>
                </a:cxn>
                <a:cxn ang="T12">
                  <a:pos x="T4" y="T5"/>
                </a:cxn>
                <a:cxn ang="T13">
                  <a:pos x="T6" y="T7"/>
                </a:cxn>
                <a:cxn ang="T14">
                  <a:pos x="T8" y="T9"/>
                </a:cxn>
              </a:cxnLst>
              <a:rect l="T15" t="T16" r="T17" b="T18"/>
              <a:pathLst>
                <a:path w="415" h="348">
                  <a:moveTo>
                    <a:pt x="16" y="0"/>
                  </a:moveTo>
                  <a:lnTo>
                    <a:pt x="0" y="33"/>
                  </a:lnTo>
                  <a:lnTo>
                    <a:pt x="398" y="348"/>
                  </a:lnTo>
                  <a:lnTo>
                    <a:pt x="415" y="315"/>
                  </a:lnTo>
                  <a:lnTo>
                    <a:pt x="1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215"/>
            </a:p>
          </p:txBody>
        </p:sp>
        <p:sp>
          <p:nvSpPr>
            <p:cNvPr id="42074" name="Freeform 90">
              <a:extLst>
                <a:ext uri="{FF2B5EF4-FFF2-40B4-BE49-F238E27FC236}">
                  <a16:creationId xmlns:a16="http://schemas.microsoft.com/office/drawing/2014/main" id="{01230461-9FC3-40B9-AE28-012367FF7CEA}"/>
                </a:ext>
              </a:extLst>
            </p:cNvPr>
            <p:cNvSpPr>
              <a:spLocks/>
            </p:cNvSpPr>
            <p:nvPr/>
          </p:nvSpPr>
          <p:spPr bwMode="auto">
            <a:xfrm>
              <a:off x="2196" y="2763"/>
              <a:ext cx="33" cy="33"/>
            </a:xfrm>
            <a:custGeom>
              <a:avLst/>
              <a:gdLst>
                <a:gd name="T0" fmla="*/ 16 w 33"/>
                <a:gd name="T1" fmla="*/ 33 h 33"/>
                <a:gd name="T2" fmla="*/ 33 w 33"/>
                <a:gd name="T3" fmla="*/ 17 h 33"/>
                <a:gd name="T4" fmla="*/ 0 w 33"/>
                <a:gd name="T5" fmla="*/ 0 h 33"/>
                <a:gd name="T6" fmla="*/ 0 w 33"/>
                <a:gd name="T7" fmla="*/ 0 h 33"/>
                <a:gd name="T8" fmla="*/ 16 w 33"/>
                <a:gd name="T9" fmla="*/ 33 h 33"/>
                <a:gd name="T10" fmla="*/ 0 60000 65536"/>
                <a:gd name="T11" fmla="*/ 0 60000 65536"/>
                <a:gd name="T12" fmla="*/ 0 60000 65536"/>
                <a:gd name="T13" fmla="*/ 0 60000 65536"/>
                <a:gd name="T14" fmla="*/ 0 60000 65536"/>
                <a:gd name="T15" fmla="*/ 0 w 33"/>
                <a:gd name="T16" fmla="*/ 0 h 33"/>
                <a:gd name="T17" fmla="*/ 33 w 33"/>
                <a:gd name="T18" fmla="*/ 33 h 33"/>
              </a:gdLst>
              <a:ahLst/>
              <a:cxnLst>
                <a:cxn ang="T10">
                  <a:pos x="T0" y="T1"/>
                </a:cxn>
                <a:cxn ang="T11">
                  <a:pos x="T2" y="T3"/>
                </a:cxn>
                <a:cxn ang="T12">
                  <a:pos x="T4" y="T5"/>
                </a:cxn>
                <a:cxn ang="T13">
                  <a:pos x="T6" y="T7"/>
                </a:cxn>
                <a:cxn ang="T14">
                  <a:pos x="T8" y="T9"/>
                </a:cxn>
              </a:cxnLst>
              <a:rect l="T15" t="T16" r="T17" b="T18"/>
              <a:pathLst>
                <a:path w="33" h="33">
                  <a:moveTo>
                    <a:pt x="16" y="33"/>
                  </a:moveTo>
                  <a:lnTo>
                    <a:pt x="33" y="17"/>
                  </a:lnTo>
                  <a:lnTo>
                    <a:pt x="0" y="0"/>
                  </a:lnTo>
                  <a:lnTo>
                    <a:pt x="16"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215"/>
            </a:p>
          </p:txBody>
        </p:sp>
        <p:sp>
          <p:nvSpPr>
            <p:cNvPr id="42075" name="Freeform 91">
              <a:extLst>
                <a:ext uri="{FF2B5EF4-FFF2-40B4-BE49-F238E27FC236}">
                  <a16:creationId xmlns:a16="http://schemas.microsoft.com/office/drawing/2014/main" id="{1BC2F892-F22B-4DC2-A0A7-DD6F4CC3310C}"/>
                </a:ext>
              </a:extLst>
            </p:cNvPr>
            <p:cNvSpPr>
              <a:spLocks/>
            </p:cNvSpPr>
            <p:nvPr/>
          </p:nvSpPr>
          <p:spPr bwMode="auto">
            <a:xfrm>
              <a:off x="1797" y="3095"/>
              <a:ext cx="33" cy="50"/>
            </a:xfrm>
            <a:custGeom>
              <a:avLst/>
              <a:gdLst>
                <a:gd name="T0" fmla="*/ 33 w 33"/>
                <a:gd name="T1" fmla="*/ 33 h 50"/>
                <a:gd name="T2" fmla="*/ 17 w 33"/>
                <a:gd name="T3" fmla="*/ 50 h 50"/>
                <a:gd name="T4" fmla="*/ 0 w 33"/>
                <a:gd name="T5" fmla="*/ 17 h 50"/>
                <a:gd name="T6" fmla="*/ 17 w 33"/>
                <a:gd name="T7" fmla="*/ 0 h 50"/>
                <a:gd name="T8" fmla="*/ 33 w 33"/>
                <a:gd name="T9" fmla="*/ 33 h 50"/>
                <a:gd name="T10" fmla="*/ 0 60000 65536"/>
                <a:gd name="T11" fmla="*/ 0 60000 65536"/>
                <a:gd name="T12" fmla="*/ 0 60000 65536"/>
                <a:gd name="T13" fmla="*/ 0 60000 65536"/>
                <a:gd name="T14" fmla="*/ 0 60000 65536"/>
                <a:gd name="T15" fmla="*/ 0 w 33"/>
                <a:gd name="T16" fmla="*/ 0 h 50"/>
                <a:gd name="T17" fmla="*/ 33 w 33"/>
                <a:gd name="T18" fmla="*/ 50 h 50"/>
              </a:gdLst>
              <a:ahLst/>
              <a:cxnLst>
                <a:cxn ang="T10">
                  <a:pos x="T0" y="T1"/>
                </a:cxn>
                <a:cxn ang="T11">
                  <a:pos x="T2" y="T3"/>
                </a:cxn>
                <a:cxn ang="T12">
                  <a:pos x="T4" y="T5"/>
                </a:cxn>
                <a:cxn ang="T13">
                  <a:pos x="T6" y="T7"/>
                </a:cxn>
                <a:cxn ang="T14">
                  <a:pos x="T8" y="T9"/>
                </a:cxn>
              </a:cxnLst>
              <a:rect l="T15" t="T16" r="T17" b="T18"/>
              <a:pathLst>
                <a:path w="33" h="50">
                  <a:moveTo>
                    <a:pt x="33" y="33"/>
                  </a:moveTo>
                  <a:lnTo>
                    <a:pt x="17" y="50"/>
                  </a:lnTo>
                  <a:lnTo>
                    <a:pt x="0" y="17"/>
                  </a:lnTo>
                  <a:lnTo>
                    <a:pt x="17" y="0"/>
                  </a:lnTo>
                  <a:lnTo>
                    <a:pt x="33"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215"/>
            </a:p>
          </p:txBody>
        </p:sp>
        <p:sp>
          <p:nvSpPr>
            <p:cNvPr id="42076" name="Freeform 92">
              <a:extLst>
                <a:ext uri="{FF2B5EF4-FFF2-40B4-BE49-F238E27FC236}">
                  <a16:creationId xmlns:a16="http://schemas.microsoft.com/office/drawing/2014/main" id="{33CEBF9B-0CFA-46F5-9416-E9A9FFC5B3DF}"/>
                </a:ext>
              </a:extLst>
            </p:cNvPr>
            <p:cNvSpPr>
              <a:spLocks/>
            </p:cNvSpPr>
            <p:nvPr/>
          </p:nvSpPr>
          <p:spPr bwMode="auto">
            <a:xfrm>
              <a:off x="1814" y="2763"/>
              <a:ext cx="398" cy="365"/>
            </a:xfrm>
            <a:custGeom>
              <a:avLst/>
              <a:gdLst>
                <a:gd name="T0" fmla="*/ 398 w 398"/>
                <a:gd name="T1" fmla="*/ 33 h 365"/>
                <a:gd name="T2" fmla="*/ 382 w 398"/>
                <a:gd name="T3" fmla="*/ 0 h 365"/>
                <a:gd name="T4" fmla="*/ 0 w 398"/>
                <a:gd name="T5" fmla="*/ 332 h 365"/>
                <a:gd name="T6" fmla="*/ 16 w 398"/>
                <a:gd name="T7" fmla="*/ 365 h 365"/>
                <a:gd name="T8" fmla="*/ 398 w 398"/>
                <a:gd name="T9" fmla="*/ 33 h 365"/>
                <a:gd name="T10" fmla="*/ 0 60000 65536"/>
                <a:gd name="T11" fmla="*/ 0 60000 65536"/>
                <a:gd name="T12" fmla="*/ 0 60000 65536"/>
                <a:gd name="T13" fmla="*/ 0 60000 65536"/>
                <a:gd name="T14" fmla="*/ 0 60000 65536"/>
                <a:gd name="T15" fmla="*/ 0 w 398"/>
                <a:gd name="T16" fmla="*/ 0 h 365"/>
                <a:gd name="T17" fmla="*/ 398 w 398"/>
                <a:gd name="T18" fmla="*/ 365 h 365"/>
              </a:gdLst>
              <a:ahLst/>
              <a:cxnLst>
                <a:cxn ang="T10">
                  <a:pos x="T0" y="T1"/>
                </a:cxn>
                <a:cxn ang="T11">
                  <a:pos x="T2" y="T3"/>
                </a:cxn>
                <a:cxn ang="T12">
                  <a:pos x="T4" y="T5"/>
                </a:cxn>
                <a:cxn ang="T13">
                  <a:pos x="T6" y="T7"/>
                </a:cxn>
                <a:cxn ang="T14">
                  <a:pos x="T8" y="T9"/>
                </a:cxn>
              </a:cxnLst>
              <a:rect l="T15" t="T16" r="T17" b="T18"/>
              <a:pathLst>
                <a:path w="398" h="365">
                  <a:moveTo>
                    <a:pt x="398" y="33"/>
                  </a:moveTo>
                  <a:lnTo>
                    <a:pt x="382" y="0"/>
                  </a:lnTo>
                  <a:lnTo>
                    <a:pt x="0" y="332"/>
                  </a:lnTo>
                  <a:lnTo>
                    <a:pt x="16" y="365"/>
                  </a:lnTo>
                  <a:lnTo>
                    <a:pt x="398" y="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215"/>
            </a:p>
          </p:txBody>
        </p:sp>
        <p:sp>
          <p:nvSpPr>
            <p:cNvPr id="42077" name="Rectangle 93">
              <a:extLst>
                <a:ext uri="{FF2B5EF4-FFF2-40B4-BE49-F238E27FC236}">
                  <a16:creationId xmlns:a16="http://schemas.microsoft.com/office/drawing/2014/main" id="{CA75A5D9-E207-4355-8A76-B2EE6EE442FC}"/>
                </a:ext>
              </a:extLst>
            </p:cNvPr>
            <p:cNvSpPr>
              <a:spLocks noChangeArrowheads="1"/>
            </p:cNvSpPr>
            <p:nvPr/>
          </p:nvSpPr>
          <p:spPr bwMode="auto">
            <a:xfrm>
              <a:off x="1996" y="2663"/>
              <a:ext cx="34" cy="1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78" name="Rectangle 94">
              <a:extLst>
                <a:ext uri="{FF2B5EF4-FFF2-40B4-BE49-F238E27FC236}">
                  <a16:creationId xmlns:a16="http://schemas.microsoft.com/office/drawing/2014/main" id="{D9DD4547-046E-4239-9704-A9EBAB3D752B}"/>
                </a:ext>
              </a:extLst>
            </p:cNvPr>
            <p:cNvSpPr>
              <a:spLocks noChangeArrowheads="1"/>
            </p:cNvSpPr>
            <p:nvPr/>
          </p:nvSpPr>
          <p:spPr bwMode="auto">
            <a:xfrm>
              <a:off x="1996" y="3195"/>
              <a:ext cx="34" cy="1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79" name="Rectangle 95">
              <a:extLst>
                <a:ext uri="{FF2B5EF4-FFF2-40B4-BE49-F238E27FC236}">
                  <a16:creationId xmlns:a16="http://schemas.microsoft.com/office/drawing/2014/main" id="{3F11F2BA-AE4D-45C5-BE40-4E7247427E80}"/>
                </a:ext>
              </a:extLst>
            </p:cNvPr>
            <p:cNvSpPr>
              <a:spLocks noChangeArrowheads="1"/>
            </p:cNvSpPr>
            <p:nvPr/>
          </p:nvSpPr>
          <p:spPr bwMode="auto">
            <a:xfrm>
              <a:off x="1996" y="2680"/>
              <a:ext cx="34" cy="5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80" name="Rectangle 96">
              <a:extLst>
                <a:ext uri="{FF2B5EF4-FFF2-40B4-BE49-F238E27FC236}">
                  <a16:creationId xmlns:a16="http://schemas.microsoft.com/office/drawing/2014/main" id="{0FF949A7-CFB7-4D3C-A3E5-B4CF751A5B97}"/>
                </a:ext>
              </a:extLst>
            </p:cNvPr>
            <p:cNvSpPr>
              <a:spLocks noChangeArrowheads="1"/>
            </p:cNvSpPr>
            <p:nvPr/>
          </p:nvSpPr>
          <p:spPr bwMode="auto">
            <a:xfrm>
              <a:off x="2262" y="2912"/>
              <a:ext cx="17" cy="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81" name="Rectangle 97">
              <a:extLst>
                <a:ext uri="{FF2B5EF4-FFF2-40B4-BE49-F238E27FC236}">
                  <a16:creationId xmlns:a16="http://schemas.microsoft.com/office/drawing/2014/main" id="{073DB1DF-32CF-4A6D-BE11-D2A44ADD5BC9}"/>
                </a:ext>
              </a:extLst>
            </p:cNvPr>
            <p:cNvSpPr>
              <a:spLocks noChangeArrowheads="1"/>
            </p:cNvSpPr>
            <p:nvPr/>
          </p:nvSpPr>
          <p:spPr bwMode="auto">
            <a:xfrm>
              <a:off x="1747" y="2912"/>
              <a:ext cx="17" cy="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sp>
          <p:nvSpPr>
            <p:cNvPr id="42082" name="Rectangle 98">
              <a:extLst>
                <a:ext uri="{FF2B5EF4-FFF2-40B4-BE49-F238E27FC236}">
                  <a16:creationId xmlns:a16="http://schemas.microsoft.com/office/drawing/2014/main" id="{F6D79A8D-6A95-48A6-84F2-FCEDF92E9270}"/>
                </a:ext>
              </a:extLst>
            </p:cNvPr>
            <p:cNvSpPr>
              <a:spLocks noChangeArrowheads="1"/>
            </p:cNvSpPr>
            <p:nvPr/>
          </p:nvSpPr>
          <p:spPr bwMode="auto">
            <a:xfrm>
              <a:off x="1764" y="2912"/>
              <a:ext cx="498" cy="3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sv-SE" altLang="en-US" sz="2215"/>
            </a:p>
          </p:txBody>
        </p:sp>
      </p:grpSp>
      <p:sp>
        <p:nvSpPr>
          <p:cNvPr id="41987" name="Slide Number Placeholder 98">
            <a:extLst>
              <a:ext uri="{FF2B5EF4-FFF2-40B4-BE49-F238E27FC236}">
                <a16:creationId xmlns:a16="http://schemas.microsoft.com/office/drawing/2014/main" id="{F7651C3A-8EA1-4139-870C-C029043700A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15">
                <a:solidFill>
                  <a:schemeClr val="tx1"/>
                </a:solidFill>
                <a:latin typeface="Times New Roman" panose="02020603050405020304" pitchFamily="18" charset="0"/>
                <a:ea typeface="ＭＳ Ｐゴシック" panose="020B0600070205080204" pitchFamily="34" charset="-128"/>
              </a:defRPr>
            </a:lvl1pPr>
            <a:lvl2pPr marL="685817" indent="-263776">
              <a:defRPr sz="2215">
                <a:solidFill>
                  <a:schemeClr val="tx1"/>
                </a:solidFill>
                <a:latin typeface="Times New Roman" panose="02020603050405020304" pitchFamily="18" charset="0"/>
                <a:ea typeface="ＭＳ Ｐゴシック" panose="020B0600070205080204" pitchFamily="34" charset="-128"/>
              </a:defRPr>
            </a:lvl2pPr>
            <a:lvl3pPr marL="1055103" indent="-211021">
              <a:defRPr sz="2215">
                <a:solidFill>
                  <a:schemeClr val="tx1"/>
                </a:solidFill>
                <a:latin typeface="Times New Roman" panose="02020603050405020304" pitchFamily="18" charset="0"/>
                <a:ea typeface="ＭＳ Ｐゴシック" panose="020B0600070205080204" pitchFamily="34" charset="-128"/>
              </a:defRPr>
            </a:lvl3pPr>
            <a:lvl4pPr marL="1477145" indent="-211021">
              <a:defRPr sz="2215">
                <a:solidFill>
                  <a:schemeClr val="tx1"/>
                </a:solidFill>
                <a:latin typeface="Times New Roman" panose="02020603050405020304" pitchFamily="18" charset="0"/>
                <a:ea typeface="ＭＳ Ｐゴシック" panose="020B0600070205080204" pitchFamily="34" charset="-128"/>
              </a:defRPr>
            </a:lvl4pPr>
            <a:lvl5pPr marL="1899186" indent="-211021">
              <a:defRPr sz="2215">
                <a:solidFill>
                  <a:schemeClr val="tx1"/>
                </a:solidFill>
                <a:latin typeface="Times New Roman" panose="02020603050405020304" pitchFamily="18" charset="0"/>
                <a:ea typeface="ＭＳ Ｐゴシック" panose="020B0600070205080204" pitchFamily="34" charset="-128"/>
              </a:defRPr>
            </a:lvl5pPr>
            <a:lvl6pPr marL="2321227"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6pPr>
            <a:lvl7pPr marL="2743269"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7pPr>
            <a:lvl8pPr marL="3165310"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8pPr>
            <a:lvl9pPr marL="3587351" indent="-211021" eaLnBrk="0" fontAlgn="base" hangingPunct="0">
              <a:spcBef>
                <a:spcPct val="0"/>
              </a:spcBef>
              <a:spcAft>
                <a:spcPct val="0"/>
              </a:spcAft>
              <a:defRPr sz="2215">
                <a:solidFill>
                  <a:schemeClr val="tx1"/>
                </a:solidFill>
                <a:latin typeface="Times New Roman" panose="02020603050405020304" pitchFamily="18" charset="0"/>
                <a:ea typeface="ＭＳ Ｐゴシック" panose="020B0600070205080204" pitchFamily="34" charset="-128"/>
              </a:defRPr>
            </a:lvl9pPr>
          </a:lstStyle>
          <a:p>
            <a:fld id="{F84E17D5-FE47-4F2A-83E0-F30FEDBC5BED}" type="slidenum">
              <a:rPr lang="en-US" altLang="en-US" sz="1292">
                <a:solidFill>
                  <a:srgbClr val="FFFFFF"/>
                </a:solidFill>
              </a:rPr>
              <a:pPr/>
              <a:t>28</a:t>
            </a:fld>
            <a:endParaRPr lang="en-US" altLang="en-US" sz="1292">
              <a:solidFill>
                <a:srgbClr val="FFFFFF"/>
              </a:solidFill>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F98F282-2156-42AE-93C0-45AEFF5C0A33}"/>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Parallel vs Distributed Computing</a:t>
            </a:r>
          </a:p>
        </p:txBody>
      </p:sp>
      <p:sp>
        <p:nvSpPr>
          <p:cNvPr id="14339" name="Rectangle 3">
            <a:extLst>
              <a:ext uri="{FF2B5EF4-FFF2-40B4-BE49-F238E27FC236}">
                <a16:creationId xmlns:a16="http://schemas.microsoft.com/office/drawing/2014/main" id="{D20F06F0-2FBF-436E-A19E-5BB0873F2185}"/>
              </a:ext>
            </a:extLst>
          </p:cNvPr>
          <p:cNvSpPr>
            <a:spLocks noGrp="1" noChangeArrowheads="1"/>
          </p:cNvSpPr>
          <p:nvPr>
            <p:ph idx="1"/>
          </p:nvPr>
        </p:nvSpPr>
        <p:spPr/>
        <p:txBody>
          <a:bodyPr/>
          <a:lstStyle/>
          <a:p>
            <a:pPr eaLnBrk="1" hangingPunct="1"/>
            <a:r>
              <a:rPr lang="en-US" altLang="en-US">
                <a:ea typeface="ＭＳ Ｐゴシック" panose="020B0600070205080204" pitchFamily="34" charset="-128"/>
              </a:rPr>
              <a:t>Comparisons are often matters of degree</a:t>
            </a:r>
          </a:p>
        </p:txBody>
      </p:sp>
      <p:graphicFrame>
        <p:nvGraphicFramePr>
          <p:cNvPr id="10289" name="Group 49">
            <a:extLst>
              <a:ext uri="{FF2B5EF4-FFF2-40B4-BE49-F238E27FC236}">
                <a16:creationId xmlns:a16="http://schemas.microsoft.com/office/drawing/2014/main" id="{F9A215F8-80F6-4AE7-95D8-7573049FAC5B}"/>
              </a:ext>
            </a:extLst>
          </p:cNvPr>
          <p:cNvGraphicFramePr>
            <a:graphicFrameLocks noGrp="1"/>
          </p:cNvGraphicFramePr>
          <p:nvPr/>
        </p:nvGraphicFramePr>
        <p:xfrm>
          <a:off x="1943100" y="2743201"/>
          <a:ext cx="5143500" cy="2374109"/>
        </p:xfrm>
        <a:graphic>
          <a:graphicData uri="http://schemas.openxmlformats.org/drawingml/2006/table">
            <a:tbl>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47506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1" u="none" strike="noStrike" cap="none" normalizeH="0" baseline="0">
                          <a:ln>
                            <a:noFill/>
                          </a:ln>
                          <a:solidFill>
                            <a:schemeClr val="hlink"/>
                          </a:solidFill>
                          <a:effectLst/>
                          <a:latin typeface="Arial" charset="0"/>
                          <a:ea typeface="ＭＳ Ｐゴシック" charset="-128"/>
                        </a:rPr>
                        <a:t>Characteristic</a:t>
                      </a:r>
                      <a:endParaRPr kumimoji="0" lang="en-US" sz="2000" b="0" i="1" u="none" strike="noStrike" cap="none" normalizeH="0" baseline="0">
                        <a:ln>
                          <a:noFill/>
                        </a:ln>
                        <a:solidFill>
                          <a:schemeClr val="tx1"/>
                        </a:solidFill>
                        <a:effectLst/>
                        <a:latin typeface="Arial" charset="0"/>
                        <a:ea typeface="ＭＳ Ｐゴシック" charset="-128"/>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1" u="none" strike="noStrike" cap="none" normalizeH="0" baseline="0">
                          <a:ln>
                            <a:noFill/>
                          </a:ln>
                          <a:solidFill>
                            <a:schemeClr val="hlink"/>
                          </a:solidFill>
                          <a:effectLst/>
                          <a:latin typeface="Arial" charset="0"/>
                          <a:ea typeface="ＭＳ Ｐゴシック" charset="-128"/>
                        </a:rPr>
                        <a:t>Parallel</a:t>
                      </a:r>
                      <a:endParaRPr kumimoji="0" lang="en-US" sz="2000" b="0" i="1" u="none" strike="noStrike" cap="none" normalizeH="0" baseline="0">
                        <a:ln>
                          <a:noFill/>
                        </a:ln>
                        <a:solidFill>
                          <a:schemeClr val="tx1"/>
                        </a:solidFill>
                        <a:effectLst/>
                        <a:latin typeface="Arial" charset="0"/>
                        <a:ea typeface="ＭＳ Ｐゴシック" charset="-128"/>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1" u="none" strike="noStrike" cap="none" normalizeH="0" baseline="0">
                          <a:ln>
                            <a:noFill/>
                          </a:ln>
                          <a:solidFill>
                            <a:schemeClr val="hlink"/>
                          </a:solidFill>
                          <a:effectLst/>
                          <a:latin typeface="Arial" charset="0"/>
                          <a:ea typeface="ＭＳ Ｐゴシック" charset="-128"/>
                        </a:rPr>
                        <a:t>Distributed</a:t>
                      </a:r>
                      <a:endParaRPr kumimoji="0" lang="en-US" sz="2000" b="0" i="1" u="none" strike="noStrike" cap="none" normalizeH="0" baseline="0">
                        <a:ln>
                          <a:noFill/>
                        </a:ln>
                        <a:solidFill>
                          <a:schemeClr val="tx1"/>
                        </a:solidFill>
                        <a:effectLst/>
                        <a:latin typeface="Arial" charset="0"/>
                        <a:ea typeface="ＭＳ Ｐゴシック" charset="-128"/>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506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0" u="none" strike="noStrike" cap="none" normalizeH="0" baseline="0">
                          <a:ln>
                            <a:noFill/>
                          </a:ln>
                          <a:solidFill>
                            <a:schemeClr val="tx1"/>
                          </a:solidFill>
                          <a:effectLst/>
                          <a:latin typeface="Arial" charset="0"/>
                          <a:ea typeface="ＭＳ Ｐゴシック" charset="-128"/>
                        </a:rPr>
                        <a:t>Overall Goal</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0" u="none" strike="noStrike" cap="none" normalizeH="0" baseline="0">
                          <a:ln>
                            <a:noFill/>
                          </a:ln>
                          <a:solidFill>
                            <a:schemeClr val="tx1"/>
                          </a:solidFill>
                          <a:effectLst/>
                          <a:latin typeface="Arial" charset="0"/>
                          <a:ea typeface="ＭＳ Ｐゴシック" charset="-128"/>
                        </a:rPr>
                        <a:t>Speed</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0" u="none" strike="noStrike" cap="none" normalizeH="0" baseline="0">
                          <a:ln>
                            <a:noFill/>
                          </a:ln>
                          <a:solidFill>
                            <a:schemeClr val="tx1"/>
                          </a:solidFill>
                          <a:effectLst/>
                          <a:latin typeface="Arial" charset="0"/>
                          <a:ea typeface="ＭＳ Ｐゴシック" charset="-128"/>
                        </a:rPr>
                        <a:t>Convenience</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3869">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0" u="none" strike="noStrike" cap="none" normalizeH="0" baseline="0">
                          <a:ln>
                            <a:noFill/>
                          </a:ln>
                          <a:solidFill>
                            <a:schemeClr val="tx1"/>
                          </a:solidFill>
                          <a:effectLst/>
                          <a:latin typeface="Arial" charset="0"/>
                          <a:ea typeface="ＭＳ Ｐゴシック" charset="-128"/>
                        </a:rPr>
                        <a:t>Interactions</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0" u="none" strike="noStrike" cap="none" normalizeH="0" baseline="0">
                          <a:ln>
                            <a:noFill/>
                          </a:ln>
                          <a:solidFill>
                            <a:schemeClr val="tx1"/>
                          </a:solidFill>
                          <a:effectLst/>
                          <a:latin typeface="Arial" charset="0"/>
                          <a:ea typeface="ＭＳ Ｐゴシック" charset="-128"/>
                        </a:rPr>
                        <a:t>Frequent</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0" u="none" strike="noStrike" cap="none" normalizeH="0" baseline="0">
                          <a:ln>
                            <a:noFill/>
                          </a:ln>
                          <a:solidFill>
                            <a:schemeClr val="tx1"/>
                          </a:solidFill>
                          <a:effectLst/>
                          <a:latin typeface="Arial" charset="0"/>
                          <a:ea typeface="ＭＳ Ｐゴシック" charset="-128"/>
                        </a:rPr>
                        <a:t>Infrequent</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506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0" u="none" strike="noStrike" cap="none" normalizeH="0" baseline="0">
                          <a:ln>
                            <a:noFill/>
                          </a:ln>
                          <a:solidFill>
                            <a:schemeClr val="tx1"/>
                          </a:solidFill>
                          <a:effectLst/>
                          <a:latin typeface="Arial" charset="0"/>
                          <a:ea typeface="ＭＳ Ｐゴシック" charset="-128"/>
                        </a:rPr>
                        <a:t>Granularity</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0" u="none" strike="noStrike" cap="none" normalizeH="0" baseline="0">
                          <a:ln>
                            <a:noFill/>
                          </a:ln>
                          <a:solidFill>
                            <a:schemeClr val="tx1"/>
                          </a:solidFill>
                          <a:effectLst/>
                          <a:latin typeface="Arial" charset="0"/>
                          <a:ea typeface="ＭＳ Ｐゴシック" charset="-128"/>
                        </a:rPr>
                        <a:t>Fine</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0" u="none" strike="noStrike" cap="none" normalizeH="0" baseline="0">
                          <a:ln>
                            <a:noFill/>
                          </a:ln>
                          <a:solidFill>
                            <a:schemeClr val="tx1"/>
                          </a:solidFill>
                          <a:effectLst/>
                          <a:latin typeface="Arial" charset="0"/>
                          <a:ea typeface="ＭＳ Ｐゴシック" charset="-128"/>
                        </a:rPr>
                        <a:t>Coarse</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5060">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0" u="none" strike="noStrike" cap="none" normalizeH="0" baseline="0">
                          <a:ln>
                            <a:noFill/>
                          </a:ln>
                          <a:solidFill>
                            <a:schemeClr val="tx1"/>
                          </a:solidFill>
                          <a:effectLst/>
                          <a:latin typeface="Arial" charset="0"/>
                          <a:ea typeface="ＭＳ Ｐゴシック" charset="-128"/>
                        </a:rPr>
                        <a:t>Reliable</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0" u="none" strike="noStrike" cap="none" normalizeH="0" baseline="0">
                          <a:ln>
                            <a:noFill/>
                          </a:ln>
                          <a:solidFill>
                            <a:schemeClr val="tx1"/>
                          </a:solidFill>
                          <a:effectLst/>
                          <a:latin typeface="Arial" charset="0"/>
                          <a:ea typeface="ＭＳ Ｐゴシック" charset="-128"/>
                        </a:rPr>
                        <a:t>Assumed</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charset="2"/>
                        <a:buNone/>
                        <a:tabLst/>
                      </a:pPr>
                      <a:r>
                        <a:rPr kumimoji="0" lang="en-US" sz="2000" b="0" i="0" u="none" strike="noStrike" cap="none" normalizeH="0" baseline="0">
                          <a:ln>
                            <a:noFill/>
                          </a:ln>
                          <a:solidFill>
                            <a:schemeClr val="tx1"/>
                          </a:solidFill>
                          <a:effectLst/>
                          <a:latin typeface="Arial" charset="0"/>
                          <a:ea typeface="ＭＳ Ｐゴシック" charset="-128"/>
                        </a:rPr>
                        <a:t>Not Assumed</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C10DB2-AEF1-4584-A365-471BC10A1EE1}"/>
              </a:ext>
            </a:extLst>
          </p:cNvPr>
          <p:cNvSpPr>
            <a:spLocks noGrp="1"/>
          </p:cNvSpPr>
          <p:nvPr>
            <p:ph type="title"/>
          </p:nvPr>
        </p:nvSpPr>
        <p:spPr/>
        <p:txBody>
          <a:bodyPr/>
          <a:lstStyle/>
          <a:p>
            <a:r>
              <a:rPr lang="en-US" dirty="0"/>
              <a:t>Comparison (1)</a:t>
            </a:r>
          </a:p>
        </p:txBody>
      </p:sp>
      <p:sp>
        <p:nvSpPr>
          <p:cNvPr id="5" name="Text Placeholder 4">
            <a:extLst>
              <a:ext uri="{FF2B5EF4-FFF2-40B4-BE49-F238E27FC236}">
                <a16:creationId xmlns:a16="http://schemas.microsoft.com/office/drawing/2014/main" id="{AFA0A94A-9640-4865-9D31-A9A0C0E8FE97}"/>
              </a:ext>
            </a:extLst>
          </p:cNvPr>
          <p:cNvSpPr>
            <a:spLocks noGrp="1"/>
          </p:cNvSpPr>
          <p:nvPr>
            <p:ph type="body" idx="1"/>
          </p:nvPr>
        </p:nvSpPr>
        <p:spPr/>
        <p:txBody>
          <a:bodyPr/>
          <a:lstStyle/>
          <a:p>
            <a:r>
              <a:rPr lang="en-US" dirty="0"/>
              <a:t>Parallel Computing</a:t>
            </a:r>
          </a:p>
        </p:txBody>
      </p:sp>
      <p:sp>
        <p:nvSpPr>
          <p:cNvPr id="6" name="Content Placeholder 5">
            <a:extLst>
              <a:ext uri="{FF2B5EF4-FFF2-40B4-BE49-F238E27FC236}">
                <a16:creationId xmlns:a16="http://schemas.microsoft.com/office/drawing/2014/main" id="{CFABF463-C442-4502-A7DF-A6420CCD3566}"/>
              </a:ext>
            </a:extLst>
          </p:cNvPr>
          <p:cNvSpPr>
            <a:spLocks noGrp="1"/>
          </p:cNvSpPr>
          <p:nvPr>
            <p:ph sz="half" idx="2"/>
          </p:nvPr>
        </p:nvSpPr>
        <p:spPr/>
        <p:txBody>
          <a:bodyPr/>
          <a:lstStyle/>
          <a:p>
            <a:r>
              <a:rPr lang="en-US" dirty="0"/>
              <a:t>Many operations are performed simultaneously</a:t>
            </a:r>
          </a:p>
          <a:p>
            <a:r>
              <a:rPr lang="en-US" dirty="0"/>
              <a:t>Single computer is required</a:t>
            </a:r>
          </a:p>
          <a:p>
            <a:r>
              <a:rPr lang="en-US" dirty="0"/>
              <a:t>Multiple processors perform multiple operations</a:t>
            </a:r>
          </a:p>
        </p:txBody>
      </p:sp>
      <p:sp>
        <p:nvSpPr>
          <p:cNvPr id="7" name="Text Placeholder 6">
            <a:extLst>
              <a:ext uri="{FF2B5EF4-FFF2-40B4-BE49-F238E27FC236}">
                <a16:creationId xmlns:a16="http://schemas.microsoft.com/office/drawing/2014/main" id="{0958DC95-14A2-4481-B7BA-7589E2112BA0}"/>
              </a:ext>
            </a:extLst>
          </p:cNvPr>
          <p:cNvSpPr>
            <a:spLocks noGrp="1"/>
          </p:cNvSpPr>
          <p:nvPr>
            <p:ph type="body" sz="quarter" idx="3"/>
          </p:nvPr>
        </p:nvSpPr>
        <p:spPr/>
        <p:txBody>
          <a:bodyPr/>
          <a:lstStyle/>
          <a:p>
            <a:r>
              <a:rPr lang="en-US" dirty="0"/>
              <a:t>Distributed Computing</a:t>
            </a:r>
          </a:p>
        </p:txBody>
      </p:sp>
      <p:sp>
        <p:nvSpPr>
          <p:cNvPr id="8" name="Content Placeholder 7">
            <a:extLst>
              <a:ext uri="{FF2B5EF4-FFF2-40B4-BE49-F238E27FC236}">
                <a16:creationId xmlns:a16="http://schemas.microsoft.com/office/drawing/2014/main" id="{6ECD7824-C4AA-4EC3-87D4-6E9C4BD3A943}"/>
              </a:ext>
            </a:extLst>
          </p:cNvPr>
          <p:cNvSpPr>
            <a:spLocks noGrp="1"/>
          </p:cNvSpPr>
          <p:nvPr>
            <p:ph sz="quarter" idx="4"/>
          </p:nvPr>
        </p:nvSpPr>
        <p:spPr/>
        <p:txBody>
          <a:bodyPr/>
          <a:lstStyle/>
          <a:p>
            <a:r>
              <a:rPr lang="en-US" dirty="0"/>
              <a:t>System components are located at different locations</a:t>
            </a:r>
          </a:p>
          <a:p>
            <a:r>
              <a:rPr lang="en-US" dirty="0"/>
              <a:t>Uses multiple computers</a:t>
            </a:r>
          </a:p>
          <a:p>
            <a:r>
              <a:rPr lang="en-US" dirty="0"/>
              <a:t>Multiple computers perform multiple operations</a:t>
            </a:r>
          </a:p>
        </p:txBody>
      </p:sp>
    </p:spTree>
    <p:extLst>
      <p:ext uri="{BB962C8B-B14F-4D97-AF65-F5344CB8AC3E}">
        <p14:creationId xmlns:p14="http://schemas.microsoft.com/office/powerpoint/2010/main" val="1285007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4F4A7-665D-4FDC-8CCD-650E43BD195D}"/>
              </a:ext>
            </a:extLst>
          </p:cNvPr>
          <p:cNvSpPr>
            <a:spLocks noGrp="1"/>
          </p:cNvSpPr>
          <p:nvPr>
            <p:ph type="title"/>
          </p:nvPr>
        </p:nvSpPr>
        <p:spPr/>
        <p:txBody>
          <a:bodyPr/>
          <a:lstStyle/>
          <a:p>
            <a:r>
              <a:rPr lang="en-US" dirty="0"/>
              <a:t>Comparison (2)</a:t>
            </a:r>
          </a:p>
        </p:txBody>
      </p:sp>
      <p:sp>
        <p:nvSpPr>
          <p:cNvPr id="3" name="Text Placeholder 2">
            <a:extLst>
              <a:ext uri="{FF2B5EF4-FFF2-40B4-BE49-F238E27FC236}">
                <a16:creationId xmlns:a16="http://schemas.microsoft.com/office/drawing/2014/main" id="{138F26BD-A1B9-4E00-92FF-9ABABA18868C}"/>
              </a:ext>
            </a:extLst>
          </p:cNvPr>
          <p:cNvSpPr>
            <a:spLocks noGrp="1"/>
          </p:cNvSpPr>
          <p:nvPr>
            <p:ph type="body" idx="1"/>
          </p:nvPr>
        </p:nvSpPr>
        <p:spPr/>
        <p:txBody>
          <a:bodyPr/>
          <a:lstStyle/>
          <a:p>
            <a:r>
              <a:rPr lang="en-US" dirty="0"/>
              <a:t>Parallel Computing</a:t>
            </a:r>
          </a:p>
        </p:txBody>
      </p:sp>
      <p:sp>
        <p:nvSpPr>
          <p:cNvPr id="4" name="Content Placeholder 3">
            <a:extLst>
              <a:ext uri="{FF2B5EF4-FFF2-40B4-BE49-F238E27FC236}">
                <a16:creationId xmlns:a16="http://schemas.microsoft.com/office/drawing/2014/main" id="{0BB10756-E01A-4A44-BA7D-FE3D4D1A93E2}"/>
              </a:ext>
            </a:extLst>
          </p:cNvPr>
          <p:cNvSpPr>
            <a:spLocks noGrp="1"/>
          </p:cNvSpPr>
          <p:nvPr>
            <p:ph sz="half" idx="2"/>
          </p:nvPr>
        </p:nvSpPr>
        <p:spPr/>
        <p:txBody>
          <a:bodyPr/>
          <a:lstStyle/>
          <a:p>
            <a:r>
              <a:rPr lang="en-US" dirty="0"/>
              <a:t>It may have shared or distributed memory</a:t>
            </a:r>
          </a:p>
          <a:p>
            <a:r>
              <a:rPr lang="en-US" dirty="0"/>
              <a:t>Processors communicate with each other through bus</a:t>
            </a:r>
          </a:p>
          <a:p>
            <a:r>
              <a:rPr lang="en-US" dirty="0"/>
              <a:t>Improves the system performance</a:t>
            </a:r>
          </a:p>
        </p:txBody>
      </p:sp>
      <p:sp>
        <p:nvSpPr>
          <p:cNvPr id="5" name="Text Placeholder 4">
            <a:extLst>
              <a:ext uri="{FF2B5EF4-FFF2-40B4-BE49-F238E27FC236}">
                <a16:creationId xmlns:a16="http://schemas.microsoft.com/office/drawing/2014/main" id="{6DB82413-3EDC-4D93-860F-B57967B6816F}"/>
              </a:ext>
            </a:extLst>
          </p:cNvPr>
          <p:cNvSpPr>
            <a:spLocks noGrp="1"/>
          </p:cNvSpPr>
          <p:nvPr>
            <p:ph type="body" sz="quarter" idx="3"/>
          </p:nvPr>
        </p:nvSpPr>
        <p:spPr/>
        <p:txBody>
          <a:bodyPr/>
          <a:lstStyle/>
          <a:p>
            <a:r>
              <a:rPr lang="en-US" dirty="0"/>
              <a:t>Distributed Computing</a:t>
            </a:r>
          </a:p>
        </p:txBody>
      </p:sp>
      <p:sp>
        <p:nvSpPr>
          <p:cNvPr id="6" name="Content Placeholder 5">
            <a:extLst>
              <a:ext uri="{FF2B5EF4-FFF2-40B4-BE49-F238E27FC236}">
                <a16:creationId xmlns:a16="http://schemas.microsoft.com/office/drawing/2014/main" id="{5C36233C-CD35-4DDB-9EA4-B20C214C6169}"/>
              </a:ext>
            </a:extLst>
          </p:cNvPr>
          <p:cNvSpPr>
            <a:spLocks noGrp="1"/>
          </p:cNvSpPr>
          <p:nvPr>
            <p:ph sz="quarter" idx="4"/>
          </p:nvPr>
        </p:nvSpPr>
        <p:spPr/>
        <p:txBody>
          <a:bodyPr/>
          <a:lstStyle/>
          <a:p>
            <a:r>
              <a:rPr lang="en-US" dirty="0"/>
              <a:t>It may have shared or distributed memory</a:t>
            </a:r>
          </a:p>
          <a:p>
            <a:r>
              <a:rPr lang="en-US" dirty="0"/>
              <a:t>Computer communicate with each other through message passing.</a:t>
            </a:r>
          </a:p>
          <a:p>
            <a:r>
              <a:rPr lang="en-US" dirty="0"/>
              <a:t>Improves system scalability, fault tolerance and resource sharing capabilities</a:t>
            </a:r>
          </a:p>
        </p:txBody>
      </p:sp>
    </p:spTree>
    <p:extLst>
      <p:ext uri="{BB962C8B-B14F-4D97-AF65-F5344CB8AC3E}">
        <p14:creationId xmlns:p14="http://schemas.microsoft.com/office/powerpoint/2010/main" val="34347788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62590A-8D08-465D-B735-4AFFDDC1FE19}"/>
              </a:ext>
            </a:extLst>
          </p:cNvPr>
          <p:cNvPicPr>
            <a:picLocks noChangeAspect="1"/>
          </p:cNvPicPr>
          <p:nvPr/>
        </p:nvPicPr>
        <p:blipFill rotWithShape="1">
          <a:blip r:embed="rId2"/>
          <a:srcRect l="58333" t="14445" r="20000" b="41111"/>
          <a:stretch/>
        </p:blipFill>
        <p:spPr>
          <a:xfrm>
            <a:off x="304800" y="457200"/>
            <a:ext cx="8458200" cy="6095999"/>
          </a:xfrm>
          <a:prstGeom prst="rect">
            <a:avLst/>
          </a:prstGeom>
        </p:spPr>
      </p:pic>
    </p:spTree>
    <p:extLst>
      <p:ext uri="{BB962C8B-B14F-4D97-AF65-F5344CB8AC3E}">
        <p14:creationId xmlns:p14="http://schemas.microsoft.com/office/powerpoint/2010/main" val="16380075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EBEXPORTGUID" val="cbdb82a1-1cde-414e-bd36-d07350c67aa0"/>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Arial" charset="0"/>
            <a:ea typeface="ＭＳ Ｐゴシック" charset="-128"/>
            <a:cs typeface="ＭＳ Ｐゴシック" charset="-128"/>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Macintosh HD:Applications:Microsoft Office 2004:Templates:Presentations:Designs:Profile</Template>
  <TotalTime>3494</TotalTime>
  <Words>2665</Words>
  <Application>Microsoft Office PowerPoint</Application>
  <PresentationFormat>On-screen Show (4:3)</PresentationFormat>
  <Paragraphs>270</Paragraphs>
  <Slides>32</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Arial</vt:lpstr>
      <vt:lpstr>ＭＳ Ｐゴシック</vt:lpstr>
      <vt:lpstr>Wingdings</vt:lpstr>
      <vt:lpstr>Helvetica</vt:lpstr>
      <vt:lpstr>Courier New</vt:lpstr>
      <vt:lpstr>Times</vt:lpstr>
      <vt:lpstr>Times New Roman</vt:lpstr>
      <vt:lpstr>Symbol</vt:lpstr>
      <vt:lpstr>ヒラギノ角ゴ Pro W3</vt:lpstr>
      <vt:lpstr>Helvetica CE</vt:lpstr>
      <vt:lpstr>Profile</vt:lpstr>
      <vt:lpstr>Parallel &amp; Distributed Computing</vt:lpstr>
      <vt:lpstr>Sequential computing (tradition)</vt:lpstr>
      <vt:lpstr>For Example</vt:lpstr>
      <vt:lpstr>Why Study Parallelism?</vt:lpstr>
      <vt:lpstr>Parallel Computing</vt:lpstr>
      <vt:lpstr>Example</vt:lpstr>
      <vt:lpstr>Simple Example</vt:lpstr>
      <vt:lpstr>Why use Parallel Computation?</vt:lpstr>
      <vt:lpstr>Parallel Computers</vt:lpstr>
      <vt:lpstr>What problems need Parallel Computing?</vt:lpstr>
      <vt:lpstr>Parallel Computing in the Real-world</vt:lpstr>
      <vt:lpstr>Everyday Parallelism </vt:lpstr>
      <vt:lpstr>Classifying Parallel Computers</vt:lpstr>
      <vt:lpstr>Flynn’s Taxonomy  Classification Scheme for Parallel Computers</vt:lpstr>
      <vt:lpstr>Types of Parallel Categories (2)</vt:lpstr>
      <vt:lpstr>Types of Parallel Categories (3)</vt:lpstr>
      <vt:lpstr>A Taxonomy of Parallel Processor Architectures</vt:lpstr>
      <vt:lpstr>Alternative Computer Organizations</vt:lpstr>
      <vt:lpstr>What is Distributed Computing</vt:lpstr>
      <vt:lpstr>Characteristics of distributed systems:</vt:lpstr>
      <vt:lpstr>2. Examples of Distributed Systems</vt:lpstr>
      <vt:lpstr>2.1 Local Area Network</vt:lpstr>
      <vt:lpstr>2.2 Database Management System</vt:lpstr>
      <vt:lpstr>2.3 Automatic Teller Machine Network</vt:lpstr>
      <vt:lpstr>2.4  Internet</vt:lpstr>
      <vt:lpstr>2.4.1 World-Wide-Web</vt:lpstr>
      <vt:lpstr>2.4.2  Web Servers and Web Browsers</vt:lpstr>
      <vt:lpstr>2.5  Mobile and Ubiquitous Computing</vt:lpstr>
      <vt:lpstr>Parallel vs Distributed Computing</vt:lpstr>
      <vt:lpstr>Comparison (1)</vt:lpstr>
      <vt:lpstr>Comparison (2)</vt:lpstr>
      <vt:lpstr>PowerPoint Presentation</vt:lpstr>
    </vt:vector>
  </TitlesOfParts>
  <Company>Larry Snyder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CSE524 Parallel Computation</dc:title>
  <dc:creator>Larry Snyder</dc:creator>
  <cp:lastModifiedBy>WALTERS-WILLIAMS JANETT</cp:lastModifiedBy>
  <cp:revision>43</cp:revision>
  <dcterms:created xsi:type="dcterms:W3CDTF">2010-03-30T15:38:42Z</dcterms:created>
  <dcterms:modified xsi:type="dcterms:W3CDTF">2021-10-15T15:16:45Z</dcterms:modified>
</cp:coreProperties>
</file>